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4" r:id="rId7"/>
    <p:sldId id="261" r:id="rId8"/>
    <p:sldId id="262" r:id="rId9"/>
    <p:sldId id="276" r:id="rId10"/>
    <p:sldId id="263" r:id="rId11"/>
    <p:sldId id="275" r:id="rId12"/>
    <p:sldId id="264" r:id="rId13"/>
    <p:sldId id="267"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A8A2A6-10EA-4B08-8DCE-920ADF1AC86D}" v="112" dt="2025-11-24T14:13:03.5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116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Sawalgi" userId="078d642217469b15" providerId="LiveId" clId="{66C28304-BE19-49C9-969C-5BB697283494}"/>
    <pc:docChg chg="undo custSel addSld delSld modSld sldOrd">
      <pc:chgData name="Vinay Sawalgi" userId="078d642217469b15" providerId="LiveId" clId="{66C28304-BE19-49C9-969C-5BB697283494}" dt="2025-11-24T14:13:03.543" v="2368"/>
      <pc:docMkLst>
        <pc:docMk/>
      </pc:docMkLst>
      <pc:sldChg chg="modSp mod ord">
        <pc:chgData name="Vinay Sawalgi" userId="078d642217469b15" providerId="LiveId" clId="{66C28304-BE19-49C9-969C-5BB697283494}" dt="2025-11-13T17:14:29.256" v="1889" actId="20577"/>
        <pc:sldMkLst>
          <pc:docMk/>
          <pc:sldMk cId="2286173154" sldId="256"/>
        </pc:sldMkLst>
        <pc:spChg chg="mod">
          <ac:chgData name="Vinay Sawalgi" userId="078d642217469b15" providerId="LiveId" clId="{66C28304-BE19-49C9-969C-5BB697283494}" dt="2025-11-13T17:14:19.774" v="1887" actId="1076"/>
          <ac:spMkLst>
            <pc:docMk/>
            <pc:sldMk cId="2286173154" sldId="256"/>
            <ac:spMk id="6" creationId="{DC0D2F85-37ED-6B9E-13C7-DBE8F53BB81A}"/>
          </ac:spMkLst>
        </pc:spChg>
        <pc:spChg chg="mod">
          <ac:chgData name="Vinay Sawalgi" userId="078d642217469b15" providerId="LiveId" clId="{66C28304-BE19-49C9-969C-5BB697283494}" dt="2025-11-13T17:14:29.256" v="1889" actId="20577"/>
          <ac:spMkLst>
            <pc:docMk/>
            <pc:sldMk cId="2286173154" sldId="256"/>
            <ac:spMk id="8" creationId="{6E20FB8D-75C5-DE99-BB78-16A7B8A2766C}"/>
          </ac:spMkLst>
        </pc:spChg>
        <pc:spChg chg="mod">
          <ac:chgData name="Vinay Sawalgi" userId="078d642217469b15" providerId="LiveId" clId="{66C28304-BE19-49C9-969C-5BB697283494}" dt="2025-11-13T07:01:19.249" v="37" actId="20577"/>
          <ac:spMkLst>
            <pc:docMk/>
            <pc:sldMk cId="2286173154" sldId="256"/>
            <ac:spMk id="11" creationId="{614A7923-F954-7454-F2D4-2A2525977DA8}"/>
          </ac:spMkLst>
        </pc:spChg>
      </pc:sldChg>
      <pc:sldChg chg="modSp mod">
        <pc:chgData name="Vinay Sawalgi" userId="078d642217469b15" providerId="LiveId" clId="{66C28304-BE19-49C9-969C-5BB697283494}" dt="2025-11-13T07:23:10.206" v="186" actId="20577"/>
        <pc:sldMkLst>
          <pc:docMk/>
          <pc:sldMk cId="1245117855" sldId="257"/>
        </pc:sldMkLst>
        <pc:spChg chg="mod">
          <ac:chgData name="Vinay Sawalgi" userId="078d642217469b15" providerId="LiveId" clId="{66C28304-BE19-49C9-969C-5BB697283494}" dt="2025-11-13T07:23:10.206" v="186" actId="20577"/>
          <ac:spMkLst>
            <pc:docMk/>
            <pc:sldMk cId="1245117855" sldId="257"/>
            <ac:spMk id="3" creationId="{F0FB2E1F-4E50-7FE9-58DA-A8A7CE598B61}"/>
          </ac:spMkLst>
        </pc:spChg>
      </pc:sldChg>
      <pc:sldChg chg="modSp mod">
        <pc:chgData name="Vinay Sawalgi" userId="078d642217469b15" providerId="LiveId" clId="{66C28304-BE19-49C9-969C-5BB697283494}" dt="2025-11-13T07:02:54.912" v="42" actId="20577"/>
        <pc:sldMkLst>
          <pc:docMk/>
          <pc:sldMk cId="1505249957" sldId="258"/>
        </pc:sldMkLst>
        <pc:spChg chg="mod">
          <ac:chgData name="Vinay Sawalgi" userId="078d642217469b15" providerId="LiveId" clId="{66C28304-BE19-49C9-969C-5BB697283494}" dt="2025-11-13T07:02:54.912" v="42" actId="20577"/>
          <ac:spMkLst>
            <pc:docMk/>
            <pc:sldMk cId="1505249957" sldId="258"/>
            <ac:spMk id="4" creationId="{73A6438F-9DC5-E6EB-6B01-55133C274C4B}"/>
          </ac:spMkLst>
        </pc:spChg>
      </pc:sldChg>
      <pc:sldChg chg="modSp mod">
        <pc:chgData name="Vinay Sawalgi" userId="078d642217469b15" providerId="LiveId" clId="{66C28304-BE19-49C9-969C-5BB697283494}" dt="2025-11-13T07:22:04.409" v="152" actId="255"/>
        <pc:sldMkLst>
          <pc:docMk/>
          <pc:sldMk cId="265839928" sldId="259"/>
        </pc:sldMkLst>
        <pc:spChg chg="mod">
          <ac:chgData name="Vinay Sawalgi" userId="078d642217469b15" providerId="LiveId" clId="{66C28304-BE19-49C9-969C-5BB697283494}" dt="2025-11-13T07:22:04.409" v="152" actId="255"/>
          <ac:spMkLst>
            <pc:docMk/>
            <pc:sldMk cId="265839928" sldId="259"/>
            <ac:spMk id="4" creationId="{373FECA3-5D6D-BB74-E6FB-832D13F1E898}"/>
          </ac:spMkLst>
        </pc:spChg>
      </pc:sldChg>
      <pc:sldChg chg="addSp delSp modSp mod">
        <pc:chgData name="Vinay Sawalgi" userId="078d642217469b15" providerId="LiveId" clId="{66C28304-BE19-49C9-969C-5BB697283494}" dt="2025-11-13T16:10:04.845" v="385" actId="1076"/>
        <pc:sldMkLst>
          <pc:docMk/>
          <pc:sldMk cId="244102790" sldId="260"/>
        </pc:sldMkLst>
        <pc:spChg chg="mod">
          <ac:chgData name="Vinay Sawalgi" userId="078d642217469b15" providerId="LiveId" clId="{66C28304-BE19-49C9-969C-5BB697283494}" dt="2025-11-13T16:08:57.940" v="373" actId="14100"/>
          <ac:spMkLst>
            <pc:docMk/>
            <pc:sldMk cId="244102790" sldId="260"/>
            <ac:spMk id="2" creationId="{A56936DD-F0F7-5788-DB55-80ADD4745DD5}"/>
          </ac:spMkLst>
        </pc:spChg>
        <pc:graphicFrameChg chg="add mod modGraphic">
          <ac:chgData name="Vinay Sawalgi" userId="078d642217469b15" providerId="LiveId" clId="{66C28304-BE19-49C9-969C-5BB697283494}" dt="2025-11-13T16:10:04.845" v="385" actId="1076"/>
          <ac:graphicFrameMkLst>
            <pc:docMk/>
            <pc:sldMk cId="244102790" sldId="260"/>
            <ac:graphicFrameMk id="6" creationId="{DBBA9D34-68F5-B7C5-8C00-C69987BFF439}"/>
          </ac:graphicFrameMkLst>
        </pc:graphicFrameChg>
      </pc:sldChg>
      <pc:sldChg chg="modSp mod">
        <pc:chgData name="Vinay Sawalgi" userId="078d642217469b15" providerId="LiveId" clId="{66C28304-BE19-49C9-969C-5BB697283494}" dt="2025-11-20T09:09:33.557" v="1954" actId="12"/>
        <pc:sldMkLst>
          <pc:docMk/>
          <pc:sldMk cId="1631442474" sldId="261"/>
        </pc:sldMkLst>
        <pc:spChg chg="mod">
          <ac:chgData name="Vinay Sawalgi" userId="078d642217469b15" providerId="LiveId" clId="{66C28304-BE19-49C9-969C-5BB697283494}" dt="2025-11-20T09:09:33.557" v="1954" actId="12"/>
          <ac:spMkLst>
            <pc:docMk/>
            <pc:sldMk cId="1631442474" sldId="261"/>
            <ac:spMk id="3" creationId="{D0B852AE-6FF7-D61D-2192-36391EB7946C}"/>
          </ac:spMkLst>
        </pc:spChg>
      </pc:sldChg>
      <pc:sldChg chg="modSp mod">
        <pc:chgData name="Vinay Sawalgi" userId="078d642217469b15" providerId="LiveId" clId="{66C28304-BE19-49C9-969C-5BB697283494}" dt="2025-11-20T09:14:05.724" v="1975" actId="20577"/>
        <pc:sldMkLst>
          <pc:docMk/>
          <pc:sldMk cId="1487311562" sldId="262"/>
        </pc:sldMkLst>
        <pc:spChg chg="mod">
          <ac:chgData name="Vinay Sawalgi" userId="078d642217469b15" providerId="LiveId" clId="{66C28304-BE19-49C9-969C-5BB697283494}" dt="2025-11-13T07:22:59.639" v="171" actId="20577"/>
          <ac:spMkLst>
            <pc:docMk/>
            <pc:sldMk cId="1487311562" sldId="262"/>
            <ac:spMk id="2" creationId="{B6D68FE3-A0A9-7480-B26A-C3BC2FE151A4}"/>
          </ac:spMkLst>
        </pc:spChg>
        <pc:spChg chg="mod">
          <ac:chgData name="Vinay Sawalgi" userId="078d642217469b15" providerId="LiveId" clId="{66C28304-BE19-49C9-969C-5BB697283494}" dt="2025-11-20T09:14:05.724" v="1975" actId="20577"/>
          <ac:spMkLst>
            <pc:docMk/>
            <pc:sldMk cId="1487311562" sldId="262"/>
            <ac:spMk id="3" creationId="{EC08C53E-719E-D388-825E-DE0022D110DF}"/>
          </ac:spMkLst>
        </pc:spChg>
      </pc:sldChg>
      <pc:sldChg chg="addSp delSp modSp mod setBg">
        <pc:chgData name="Vinay Sawalgi" userId="078d642217469b15" providerId="LiveId" clId="{66C28304-BE19-49C9-969C-5BB697283494}" dt="2025-11-24T14:13:03.543" v="2368"/>
        <pc:sldMkLst>
          <pc:docMk/>
          <pc:sldMk cId="1865233512" sldId="263"/>
        </pc:sldMkLst>
        <pc:spChg chg="mod">
          <ac:chgData name="Vinay Sawalgi" userId="078d642217469b15" providerId="LiveId" clId="{66C28304-BE19-49C9-969C-5BB697283494}" dt="2025-11-13T17:05:10" v="1491" actId="1076"/>
          <ac:spMkLst>
            <pc:docMk/>
            <pc:sldMk cId="1865233512" sldId="263"/>
            <ac:spMk id="6" creationId="{917FDC85-307E-F841-D7F6-0349400078F5}"/>
          </ac:spMkLst>
        </pc:spChg>
        <pc:spChg chg="add mod">
          <ac:chgData name="Vinay Sawalgi" userId="078d642217469b15" providerId="LiveId" clId="{66C28304-BE19-49C9-969C-5BB697283494}" dt="2025-11-21T06:02:40.550" v="2199" actId="1076"/>
          <ac:spMkLst>
            <pc:docMk/>
            <pc:sldMk cId="1865233512" sldId="263"/>
            <ac:spMk id="7" creationId="{FEA400EC-B50A-198D-C869-0ABF4C6985BE}"/>
          </ac:spMkLst>
        </pc:spChg>
        <pc:spChg chg="add mod">
          <ac:chgData name="Vinay Sawalgi" userId="078d642217469b15" providerId="LiveId" clId="{66C28304-BE19-49C9-969C-5BB697283494}" dt="2025-11-21T06:03:25.592" v="2303" actId="14100"/>
          <ac:spMkLst>
            <pc:docMk/>
            <pc:sldMk cId="1865233512" sldId="263"/>
            <ac:spMk id="10" creationId="{191DBF34-78C8-4201-A3F0-5D69DB2485CE}"/>
          </ac:spMkLst>
        </pc:spChg>
        <pc:spChg chg="add del mod">
          <ac:chgData name="Vinay Sawalgi" userId="078d642217469b15" providerId="LiveId" clId="{66C28304-BE19-49C9-969C-5BB697283494}" dt="2025-11-21T06:03:38.472" v="2307" actId="14100"/>
          <ac:spMkLst>
            <pc:docMk/>
            <pc:sldMk cId="1865233512" sldId="263"/>
            <ac:spMk id="13" creationId="{4FCFE04C-F893-6545-4316-ED1504F023DB}"/>
          </ac:spMkLst>
        </pc:spChg>
        <pc:spChg chg="add mod">
          <ac:chgData name="Vinay Sawalgi" userId="078d642217469b15" providerId="LiveId" clId="{66C28304-BE19-49C9-969C-5BB697283494}" dt="2025-11-13T16:57:51.859" v="1413" actId="1076"/>
          <ac:spMkLst>
            <pc:docMk/>
            <pc:sldMk cId="1865233512" sldId="263"/>
            <ac:spMk id="15" creationId="{3C1269C6-CE75-20E7-579F-E30304154F73}"/>
          </ac:spMkLst>
        </pc:spChg>
        <pc:spChg chg="add mod">
          <ac:chgData name="Vinay Sawalgi" userId="078d642217469b15" providerId="LiveId" clId="{66C28304-BE19-49C9-969C-5BB697283494}" dt="2025-11-13T17:01:47.256" v="1439" actId="207"/>
          <ac:spMkLst>
            <pc:docMk/>
            <pc:sldMk cId="1865233512" sldId="263"/>
            <ac:spMk id="20" creationId="{6C15AC66-A1E1-BF31-7850-A04EC21A82BF}"/>
          </ac:spMkLst>
        </pc:spChg>
        <pc:spChg chg="add mod">
          <ac:chgData name="Vinay Sawalgi" userId="078d642217469b15" providerId="LiveId" clId="{66C28304-BE19-49C9-969C-5BB697283494}" dt="2025-11-21T06:05:46.753" v="2339" actId="208"/>
          <ac:spMkLst>
            <pc:docMk/>
            <pc:sldMk cId="1865233512" sldId="263"/>
            <ac:spMk id="25" creationId="{08CC9EEC-B99B-B6D7-8F88-F4A339B5A725}"/>
          </ac:spMkLst>
        </pc:spChg>
        <pc:spChg chg="add mod">
          <ac:chgData name="Vinay Sawalgi" userId="078d642217469b15" providerId="LiveId" clId="{66C28304-BE19-49C9-969C-5BB697283494}" dt="2025-11-21T06:04:27.412" v="2313" actId="1076"/>
          <ac:spMkLst>
            <pc:docMk/>
            <pc:sldMk cId="1865233512" sldId="263"/>
            <ac:spMk id="27" creationId="{171375ED-81F8-44F9-0A98-EE673E0983A1}"/>
          </ac:spMkLst>
        </pc:spChg>
        <pc:spChg chg="add mod">
          <ac:chgData name="Vinay Sawalgi" userId="078d642217469b15" providerId="LiveId" clId="{66C28304-BE19-49C9-969C-5BB697283494}" dt="2025-11-21T06:03:47.687" v="2308" actId="14100"/>
          <ac:spMkLst>
            <pc:docMk/>
            <pc:sldMk cId="1865233512" sldId="263"/>
            <ac:spMk id="28" creationId="{CBDED0E8-D229-63BC-B37F-77D1F4042942}"/>
          </ac:spMkLst>
        </pc:spChg>
        <pc:spChg chg="add mod">
          <ac:chgData name="Vinay Sawalgi" userId="078d642217469b15" providerId="LiveId" clId="{66C28304-BE19-49C9-969C-5BB697283494}" dt="2025-11-13T17:05:03.422" v="1490" actId="1076"/>
          <ac:spMkLst>
            <pc:docMk/>
            <pc:sldMk cId="1865233512" sldId="263"/>
            <ac:spMk id="29" creationId="{2BA07923-7711-0165-8134-36C1BC18AFD3}"/>
          </ac:spMkLst>
        </pc:spChg>
        <pc:spChg chg="add mod">
          <ac:chgData name="Vinay Sawalgi" userId="078d642217469b15" providerId="LiveId" clId="{66C28304-BE19-49C9-969C-5BB697283494}" dt="2025-11-21T06:06:01.576" v="2352" actId="20577"/>
          <ac:spMkLst>
            <pc:docMk/>
            <pc:sldMk cId="1865233512" sldId="263"/>
            <ac:spMk id="30" creationId="{C6661D80-0D5E-C2FB-8E70-2C1EC84E6507}"/>
          </ac:spMkLst>
        </pc:spChg>
        <pc:spChg chg="add mod">
          <ac:chgData name="Vinay Sawalgi" userId="078d642217469b15" providerId="LiveId" clId="{66C28304-BE19-49C9-969C-5BB697283494}" dt="2025-11-13T17:04:57.498" v="1489" actId="20577"/>
          <ac:spMkLst>
            <pc:docMk/>
            <pc:sldMk cId="1865233512" sldId="263"/>
            <ac:spMk id="31" creationId="{F04F4D44-C5E9-D4DD-829A-D1C14D1F0412}"/>
          </ac:spMkLst>
        </pc:spChg>
        <pc:spChg chg="add mod">
          <ac:chgData name="Vinay Sawalgi" userId="078d642217469b15" providerId="LiveId" clId="{66C28304-BE19-49C9-969C-5BB697283494}" dt="2025-11-21T06:06:17.736" v="2366" actId="20577"/>
          <ac:spMkLst>
            <pc:docMk/>
            <pc:sldMk cId="1865233512" sldId="263"/>
            <ac:spMk id="32" creationId="{B9A1AC85-CA16-6C0C-86DC-1906F457EC7C}"/>
          </ac:spMkLst>
        </pc:spChg>
        <pc:cxnChg chg="add mod">
          <ac:chgData name="Vinay Sawalgi" userId="078d642217469b15" providerId="LiveId" clId="{66C28304-BE19-49C9-969C-5BB697283494}" dt="2025-11-21T06:04:31.082" v="2314" actId="14100"/>
          <ac:cxnSpMkLst>
            <pc:docMk/>
            <pc:sldMk cId="1865233512" sldId="263"/>
            <ac:cxnSpMk id="4" creationId="{4A75C86C-086B-FACB-F4E8-D3AD6A0F0ABA}"/>
          </ac:cxnSpMkLst>
        </pc:cxnChg>
        <pc:cxnChg chg="add mod">
          <ac:chgData name="Vinay Sawalgi" userId="078d642217469b15" providerId="LiveId" clId="{66C28304-BE19-49C9-969C-5BB697283494}" dt="2025-11-21T06:02:40.550" v="2199" actId="1076"/>
          <ac:cxnSpMkLst>
            <pc:docMk/>
            <pc:sldMk cId="1865233512" sldId="263"/>
            <ac:cxnSpMk id="9" creationId="{C665DD0B-9279-46C1-E69A-DE351EE3CC4F}"/>
          </ac:cxnSpMkLst>
        </pc:cxnChg>
        <pc:cxnChg chg="add mod">
          <ac:chgData name="Vinay Sawalgi" userId="078d642217469b15" providerId="LiveId" clId="{66C28304-BE19-49C9-969C-5BB697283494}" dt="2025-11-21T06:04:46.908" v="2318" actId="14100"/>
          <ac:cxnSpMkLst>
            <pc:docMk/>
            <pc:sldMk cId="1865233512" sldId="263"/>
            <ac:cxnSpMk id="11" creationId="{2D9C03A5-6613-7DA0-6C09-474E6EF64C4D}"/>
          </ac:cxnSpMkLst>
        </pc:cxnChg>
        <pc:cxnChg chg="add del mod">
          <ac:chgData name="Vinay Sawalgi" userId="078d642217469b15" providerId="LiveId" clId="{66C28304-BE19-49C9-969C-5BB697283494}" dt="2025-11-21T06:03:27.758" v="2304" actId="1076"/>
          <ac:cxnSpMkLst>
            <pc:docMk/>
            <pc:sldMk cId="1865233512" sldId="263"/>
            <ac:cxnSpMk id="12" creationId="{F014F530-36C7-A947-23AC-92E59B7BCDC3}"/>
          </ac:cxnSpMkLst>
        </pc:cxnChg>
        <pc:cxnChg chg="add mod">
          <ac:chgData name="Vinay Sawalgi" userId="078d642217469b15" providerId="LiveId" clId="{66C28304-BE19-49C9-969C-5BB697283494}" dt="2025-11-13T16:57:03.780" v="1377" actId="1076"/>
          <ac:cxnSpMkLst>
            <pc:docMk/>
            <pc:sldMk cId="1865233512" sldId="263"/>
            <ac:cxnSpMk id="14" creationId="{E4002FDF-552E-94D4-9416-FDF2DA486359}"/>
          </ac:cxnSpMkLst>
        </pc:cxnChg>
        <pc:cxnChg chg="add mod">
          <ac:chgData name="Vinay Sawalgi" userId="078d642217469b15" providerId="LiveId" clId="{66C28304-BE19-49C9-969C-5BB697283494}" dt="2025-11-13T16:58:00.024" v="1415" actId="1076"/>
          <ac:cxnSpMkLst>
            <pc:docMk/>
            <pc:sldMk cId="1865233512" sldId="263"/>
            <ac:cxnSpMk id="16" creationId="{E13F5C5C-ACAB-F66E-2D2B-410050825F31}"/>
          </ac:cxnSpMkLst>
        </pc:cxnChg>
        <pc:cxnChg chg="add mod">
          <ac:chgData name="Vinay Sawalgi" userId="078d642217469b15" providerId="LiveId" clId="{66C28304-BE19-49C9-969C-5BB697283494}" dt="2025-11-21T06:04:55.781" v="2321" actId="14100"/>
          <ac:cxnSpMkLst>
            <pc:docMk/>
            <pc:sldMk cId="1865233512" sldId="263"/>
            <ac:cxnSpMk id="21" creationId="{6B2F6732-775A-1463-545D-6C572994A235}"/>
          </ac:cxnSpMkLst>
        </pc:cxnChg>
        <pc:cxnChg chg="add mod">
          <ac:chgData name="Vinay Sawalgi" userId="078d642217469b15" providerId="LiveId" clId="{66C28304-BE19-49C9-969C-5BB697283494}" dt="2025-11-21T06:04:24.484" v="2312" actId="14100"/>
          <ac:cxnSpMkLst>
            <pc:docMk/>
            <pc:sldMk cId="1865233512" sldId="263"/>
            <ac:cxnSpMk id="22" creationId="{14EAF2F1-D225-3F2E-8171-D8732315F0E3}"/>
          </ac:cxnSpMkLst>
        </pc:cxnChg>
        <pc:cxnChg chg="add mod">
          <ac:chgData name="Vinay Sawalgi" userId="078d642217469b15" providerId="LiveId" clId="{66C28304-BE19-49C9-969C-5BB697283494}" dt="2025-11-13T17:02:55.641" v="1447" actId="13822"/>
          <ac:cxnSpMkLst>
            <pc:docMk/>
            <pc:sldMk cId="1865233512" sldId="263"/>
            <ac:cxnSpMk id="26" creationId="{53449381-04EB-95EF-2C3D-E4842816F883}"/>
          </ac:cxnSpMkLst>
        </pc:cxnChg>
      </pc:sldChg>
      <pc:sldChg chg="modSp mod">
        <pc:chgData name="Vinay Sawalgi" userId="078d642217469b15" providerId="LiveId" clId="{66C28304-BE19-49C9-969C-5BB697283494}" dt="2025-11-13T07:13:17.904" v="43" actId="20577"/>
        <pc:sldMkLst>
          <pc:docMk/>
          <pc:sldMk cId="3406666221" sldId="264"/>
        </pc:sldMkLst>
        <pc:spChg chg="mod">
          <ac:chgData name="Vinay Sawalgi" userId="078d642217469b15" providerId="LiveId" clId="{66C28304-BE19-49C9-969C-5BB697283494}" dt="2025-11-13T07:13:17.904" v="43" actId="20577"/>
          <ac:spMkLst>
            <pc:docMk/>
            <pc:sldMk cId="3406666221" sldId="264"/>
            <ac:spMk id="3" creationId="{D443105F-1F91-0FC9-552A-0BD868E1EEF2}"/>
          </ac:spMkLst>
        </pc:spChg>
      </pc:sldChg>
      <pc:sldChg chg="delSp modSp mod">
        <pc:chgData name="Vinay Sawalgi" userId="078d642217469b15" providerId="LiveId" clId="{66C28304-BE19-49C9-969C-5BB697283494}" dt="2025-11-20T09:12:46.450" v="1972" actId="478"/>
        <pc:sldMkLst>
          <pc:docMk/>
          <pc:sldMk cId="4037239363" sldId="265"/>
        </pc:sldMkLst>
        <pc:picChg chg="mod">
          <ac:chgData name="Vinay Sawalgi" userId="078d642217469b15" providerId="LiveId" clId="{66C28304-BE19-49C9-969C-5BB697283494}" dt="2025-11-13T07:21:16.566" v="146" actId="1076"/>
          <ac:picMkLst>
            <pc:docMk/>
            <pc:sldMk cId="4037239363" sldId="265"/>
            <ac:picMk id="5" creationId="{8B3395AB-3C9F-61A8-17E4-F8CBE7427684}"/>
          </ac:picMkLst>
        </pc:picChg>
      </pc:sldChg>
      <pc:sldChg chg="delSp modSp mod">
        <pc:chgData name="Vinay Sawalgi" userId="078d642217469b15" providerId="LiveId" clId="{66C28304-BE19-49C9-969C-5BB697283494}" dt="2025-11-13T07:20:25.328" v="132" actId="1076"/>
        <pc:sldMkLst>
          <pc:docMk/>
          <pc:sldMk cId="1018069186" sldId="266"/>
        </pc:sldMkLst>
        <pc:picChg chg="mod">
          <ac:chgData name="Vinay Sawalgi" userId="078d642217469b15" providerId="LiveId" clId="{66C28304-BE19-49C9-969C-5BB697283494}" dt="2025-11-13T07:20:25.328" v="132" actId="1076"/>
          <ac:picMkLst>
            <pc:docMk/>
            <pc:sldMk cId="1018069186" sldId="266"/>
            <ac:picMk id="5" creationId="{A6FD5AD5-1C54-C003-B477-922A39A2291E}"/>
          </ac:picMkLst>
        </pc:picChg>
      </pc:sldChg>
      <pc:sldChg chg="addSp delSp modSp mod">
        <pc:chgData name="Vinay Sawalgi" userId="078d642217469b15" providerId="LiveId" clId="{66C28304-BE19-49C9-969C-5BB697283494}" dt="2025-11-20T09:09:16.132" v="1953" actId="1076"/>
        <pc:sldMkLst>
          <pc:docMk/>
          <pc:sldMk cId="3203659301" sldId="267"/>
        </pc:sldMkLst>
        <pc:spChg chg="mod">
          <ac:chgData name="Vinay Sawalgi" userId="078d642217469b15" providerId="LiveId" clId="{66C28304-BE19-49C9-969C-5BB697283494}" dt="2025-11-13T07:18:31.762" v="76" actId="21"/>
          <ac:spMkLst>
            <pc:docMk/>
            <pc:sldMk cId="3203659301" sldId="267"/>
            <ac:spMk id="2" creationId="{A7EB6A08-2EC4-9188-B32B-D828320360B4}"/>
          </ac:spMkLst>
        </pc:spChg>
        <pc:spChg chg="add mod">
          <ac:chgData name="Vinay Sawalgi" userId="078d642217469b15" providerId="LiveId" clId="{66C28304-BE19-49C9-969C-5BB697283494}" dt="2025-11-20T09:09:16.132" v="1953" actId="1076"/>
          <ac:spMkLst>
            <pc:docMk/>
            <pc:sldMk cId="3203659301" sldId="267"/>
            <ac:spMk id="4" creationId="{650798B3-E77C-75A5-1C3F-8661D9E37829}"/>
          </ac:spMkLst>
        </pc:spChg>
      </pc:sldChg>
      <pc:sldChg chg="modSp mod">
        <pc:chgData name="Vinay Sawalgi" userId="078d642217469b15" providerId="LiveId" clId="{66C28304-BE19-49C9-969C-5BB697283494}" dt="2025-11-20T09:12:22.706" v="1970" actId="1035"/>
        <pc:sldMkLst>
          <pc:docMk/>
          <pc:sldMk cId="1184559575" sldId="268"/>
        </pc:sldMkLst>
        <pc:spChg chg="mod">
          <ac:chgData name="Vinay Sawalgi" userId="078d642217469b15" providerId="LiveId" clId="{66C28304-BE19-49C9-969C-5BB697283494}" dt="2025-11-13T17:20:25.207" v="1934" actId="14100"/>
          <ac:spMkLst>
            <pc:docMk/>
            <pc:sldMk cId="1184559575" sldId="268"/>
            <ac:spMk id="2" creationId="{8B3A2583-37FA-0394-444F-9FE26CFE432B}"/>
          </ac:spMkLst>
        </pc:spChg>
        <pc:spChg chg="mod">
          <ac:chgData name="Vinay Sawalgi" userId="078d642217469b15" providerId="LiveId" clId="{66C28304-BE19-49C9-969C-5BB697283494}" dt="2025-11-20T09:12:22.706" v="1970" actId="1035"/>
          <ac:spMkLst>
            <pc:docMk/>
            <pc:sldMk cId="1184559575" sldId="268"/>
            <ac:spMk id="3" creationId="{62680BFB-7AED-0BFB-B37C-30EBD6B85A74}"/>
          </ac:spMkLst>
        </pc:spChg>
      </pc:sldChg>
      <pc:sldChg chg="modSp new mod setBg">
        <pc:chgData name="Vinay Sawalgi" userId="078d642217469b15" providerId="LiveId" clId="{66C28304-BE19-49C9-969C-5BB697283494}" dt="2025-11-13T07:20:05.397" v="127" actId="1076"/>
        <pc:sldMkLst>
          <pc:docMk/>
          <pc:sldMk cId="2846940650" sldId="271"/>
        </pc:sldMkLst>
        <pc:spChg chg="mod">
          <ac:chgData name="Vinay Sawalgi" userId="078d642217469b15" providerId="LiveId" clId="{66C28304-BE19-49C9-969C-5BB697283494}" dt="2025-11-13T07:18:47.552" v="80" actId="122"/>
          <ac:spMkLst>
            <pc:docMk/>
            <pc:sldMk cId="2846940650" sldId="271"/>
            <ac:spMk id="2" creationId="{EDB84B71-ADC9-7DA3-2399-CF87E3D4E212}"/>
          </ac:spMkLst>
        </pc:spChg>
        <pc:spChg chg="mod">
          <ac:chgData name="Vinay Sawalgi" userId="078d642217469b15" providerId="LiveId" clId="{66C28304-BE19-49C9-969C-5BB697283494}" dt="2025-11-13T07:20:05.397" v="127" actId="1076"/>
          <ac:spMkLst>
            <pc:docMk/>
            <pc:sldMk cId="2846940650" sldId="271"/>
            <ac:spMk id="3" creationId="{573397E8-DE9C-8879-C07C-D3EC5D683B28}"/>
          </ac:spMkLst>
        </pc:spChg>
      </pc:sldChg>
      <pc:sldChg chg="addSp delSp modSp new mod setBg">
        <pc:chgData name="Vinay Sawalgi" userId="078d642217469b15" providerId="LiveId" clId="{66C28304-BE19-49C9-969C-5BB697283494}" dt="2025-11-13T07:20:49.172" v="140" actId="1076"/>
        <pc:sldMkLst>
          <pc:docMk/>
          <pc:sldMk cId="1960062792" sldId="272"/>
        </pc:sldMkLst>
        <pc:picChg chg="add mod">
          <ac:chgData name="Vinay Sawalgi" userId="078d642217469b15" providerId="LiveId" clId="{66C28304-BE19-49C9-969C-5BB697283494}" dt="2025-11-13T07:20:49.172" v="140" actId="1076"/>
          <ac:picMkLst>
            <pc:docMk/>
            <pc:sldMk cId="1960062792" sldId="272"/>
            <ac:picMk id="4" creationId="{C310C081-1576-6189-9B73-04A18C29F877}"/>
          </ac:picMkLst>
        </pc:picChg>
      </pc:sldChg>
      <pc:sldChg chg="addSp delSp modSp new mod setBg">
        <pc:chgData name="Vinay Sawalgi" userId="078d642217469b15" providerId="LiveId" clId="{66C28304-BE19-49C9-969C-5BB697283494}" dt="2025-11-13T07:21:29.616" v="150" actId="1076"/>
        <pc:sldMkLst>
          <pc:docMk/>
          <pc:sldMk cId="2112125787" sldId="273"/>
        </pc:sldMkLst>
        <pc:picChg chg="add mod">
          <ac:chgData name="Vinay Sawalgi" userId="078d642217469b15" providerId="LiveId" clId="{66C28304-BE19-49C9-969C-5BB697283494}" dt="2025-11-13T07:21:29.616" v="150" actId="1076"/>
          <ac:picMkLst>
            <pc:docMk/>
            <pc:sldMk cId="2112125787" sldId="273"/>
            <ac:picMk id="7" creationId="{D40883CD-1FB9-124D-C661-87CCFFD4CAF6}"/>
          </ac:picMkLst>
        </pc:picChg>
      </pc:sldChg>
      <pc:sldChg chg="addSp delSp modSp new mod setBg">
        <pc:chgData name="Vinay Sawalgi" userId="078d642217469b15" providerId="LiveId" clId="{66C28304-BE19-49C9-969C-5BB697283494}" dt="2025-11-13T16:30:40.596" v="674" actId="1076"/>
        <pc:sldMkLst>
          <pc:docMk/>
          <pc:sldMk cId="758496852" sldId="274"/>
        </pc:sldMkLst>
        <pc:graphicFrameChg chg="add mod modGraphic">
          <ac:chgData name="Vinay Sawalgi" userId="078d642217469b15" providerId="LiveId" clId="{66C28304-BE19-49C9-969C-5BB697283494}" dt="2025-11-13T16:30:40.596" v="674" actId="1076"/>
          <ac:graphicFrameMkLst>
            <pc:docMk/>
            <pc:sldMk cId="758496852" sldId="274"/>
            <ac:graphicFrameMk id="4" creationId="{1693C460-694F-A48B-0A61-AD9591594355}"/>
          </ac:graphicFrameMkLst>
        </pc:graphicFrameChg>
      </pc:sldChg>
      <pc:sldChg chg="delSp modSp new mod setBg">
        <pc:chgData name="Vinay Sawalgi" userId="078d642217469b15" providerId="LiveId" clId="{66C28304-BE19-49C9-969C-5BB697283494}" dt="2025-11-21T06:02:34.296" v="2193" actId="20577"/>
        <pc:sldMkLst>
          <pc:docMk/>
          <pc:sldMk cId="1997547200" sldId="275"/>
        </pc:sldMkLst>
        <pc:spChg chg="mod">
          <ac:chgData name="Vinay Sawalgi" userId="078d642217469b15" providerId="LiveId" clId="{66C28304-BE19-49C9-969C-5BB697283494}" dt="2025-11-21T06:02:34.296" v="2193" actId="20577"/>
          <ac:spMkLst>
            <pc:docMk/>
            <pc:sldMk cId="1997547200" sldId="275"/>
            <ac:spMk id="3" creationId="{29F1B71F-7270-BAEA-F6E2-7C34A20D58FA}"/>
          </ac:spMkLst>
        </pc:spChg>
      </pc:sldChg>
      <pc:sldChg chg="addSp delSp modSp new mod setBg">
        <pc:chgData name="Vinay Sawalgi" userId="078d642217469b15" providerId="LiveId" clId="{66C28304-BE19-49C9-969C-5BB697283494}" dt="2025-11-20T09:22:57.042" v="2101" actId="113"/>
        <pc:sldMkLst>
          <pc:docMk/>
          <pc:sldMk cId="2978381180" sldId="276"/>
        </pc:sldMkLst>
        <pc:spChg chg="mod">
          <ac:chgData name="Vinay Sawalgi" userId="078d642217469b15" providerId="LiveId" clId="{66C28304-BE19-49C9-969C-5BB697283494}" dt="2025-11-20T09:22:57.042" v="2101" actId="113"/>
          <ac:spMkLst>
            <pc:docMk/>
            <pc:sldMk cId="2978381180" sldId="276"/>
            <ac:spMk id="3" creationId="{96D48B32-EA5F-8277-8D2B-BE4EF4380C45}"/>
          </ac:spMkLst>
        </pc:spChg>
        <pc:spChg chg="add mod">
          <ac:chgData name="Vinay Sawalgi" userId="078d642217469b15" providerId="LiveId" clId="{66C28304-BE19-49C9-969C-5BB697283494}" dt="2025-11-20T09:17:42.407" v="2024" actId="21"/>
          <ac:spMkLst>
            <pc:docMk/>
            <pc:sldMk cId="2978381180" sldId="276"/>
            <ac:spMk id="5" creationId="{E16D653B-A767-E70E-7F01-E357065723A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B4997-B98D-DCAB-8108-B28B6874C3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2665D6C-CCDC-447C-32C4-7E40CC6F13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564660-A2CF-ED23-13CA-AF46DBF15456}"/>
              </a:ext>
            </a:extLst>
          </p:cNvPr>
          <p:cNvSpPr>
            <a:spLocks noGrp="1"/>
          </p:cNvSpPr>
          <p:nvPr>
            <p:ph type="dt" sz="half" idx="10"/>
          </p:nvPr>
        </p:nvSpPr>
        <p:spPr/>
        <p:txBody>
          <a:bodyPr/>
          <a:lstStyle/>
          <a:p>
            <a:fld id="{8A007E56-5561-46CB-A81E-E05A810195DE}" type="datetimeFigureOut">
              <a:rPr lang="en-IN" smtClean="0"/>
              <a:t>25-11-2025</a:t>
            </a:fld>
            <a:endParaRPr lang="en-IN"/>
          </a:p>
        </p:txBody>
      </p:sp>
      <p:sp>
        <p:nvSpPr>
          <p:cNvPr id="5" name="Footer Placeholder 4">
            <a:extLst>
              <a:ext uri="{FF2B5EF4-FFF2-40B4-BE49-F238E27FC236}">
                <a16:creationId xmlns:a16="http://schemas.microsoft.com/office/drawing/2014/main" id="{EFB9FA38-3FF3-512B-85D6-AF4EDEB3E7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81DBC9-4934-DE39-ED65-56906802D586}"/>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2317951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D521-32C2-8D43-A8E1-32D091A6DA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62ED3F-23DC-B3C2-F257-7AF091EBA5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AD3426-3BBA-C1D4-5B19-6BD302141165}"/>
              </a:ext>
            </a:extLst>
          </p:cNvPr>
          <p:cNvSpPr>
            <a:spLocks noGrp="1"/>
          </p:cNvSpPr>
          <p:nvPr>
            <p:ph type="dt" sz="half" idx="10"/>
          </p:nvPr>
        </p:nvSpPr>
        <p:spPr/>
        <p:txBody>
          <a:bodyPr/>
          <a:lstStyle/>
          <a:p>
            <a:fld id="{8A007E56-5561-46CB-A81E-E05A810195DE}" type="datetimeFigureOut">
              <a:rPr lang="en-IN" smtClean="0"/>
              <a:t>25-11-2025</a:t>
            </a:fld>
            <a:endParaRPr lang="en-IN"/>
          </a:p>
        </p:txBody>
      </p:sp>
      <p:sp>
        <p:nvSpPr>
          <p:cNvPr id="5" name="Footer Placeholder 4">
            <a:extLst>
              <a:ext uri="{FF2B5EF4-FFF2-40B4-BE49-F238E27FC236}">
                <a16:creationId xmlns:a16="http://schemas.microsoft.com/office/drawing/2014/main" id="{F9210F4F-F414-E0AE-2E23-D2074F09A8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BBC716-A663-13A2-9EB6-5124C0749619}"/>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1828316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ECA92-67DC-BE40-ADE0-5CE387F1A4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B6842A-85E3-5CB8-733B-453AAD99DA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1D376A-3F4C-0B7C-3399-8BD93459EB9E}"/>
              </a:ext>
            </a:extLst>
          </p:cNvPr>
          <p:cNvSpPr>
            <a:spLocks noGrp="1"/>
          </p:cNvSpPr>
          <p:nvPr>
            <p:ph type="dt" sz="half" idx="10"/>
          </p:nvPr>
        </p:nvSpPr>
        <p:spPr/>
        <p:txBody>
          <a:bodyPr/>
          <a:lstStyle/>
          <a:p>
            <a:fld id="{8A007E56-5561-46CB-A81E-E05A810195DE}" type="datetimeFigureOut">
              <a:rPr lang="en-IN" smtClean="0"/>
              <a:t>25-11-2025</a:t>
            </a:fld>
            <a:endParaRPr lang="en-IN"/>
          </a:p>
        </p:txBody>
      </p:sp>
      <p:sp>
        <p:nvSpPr>
          <p:cNvPr id="5" name="Footer Placeholder 4">
            <a:extLst>
              <a:ext uri="{FF2B5EF4-FFF2-40B4-BE49-F238E27FC236}">
                <a16:creationId xmlns:a16="http://schemas.microsoft.com/office/drawing/2014/main" id="{5775BF98-001A-75EB-E5F1-1242C2B7CA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666E83-464D-2C85-4BE2-4AFA97397024}"/>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2215759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CE941-5AD3-021E-AA07-1695F4B4CA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726DF1-6BB7-7EF8-0E6E-2AA2DB78D0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8A2561-0077-D9EA-688F-40E4753CD5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077794B-E980-4C8F-3043-87CB2BDCAC13}"/>
              </a:ext>
            </a:extLst>
          </p:cNvPr>
          <p:cNvSpPr>
            <a:spLocks noGrp="1"/>
          </p:cNvSpPr>
          <p:nvPr>
            <p:ph type="dt" sz="half" idx="10"/>
          </p:nvPr>
        </p:nvSpPr>
        <p:spPr/>
        <p:txBody>
          <a:bodyPr/>
          <a:lstStyle/>
          <a:p>
            <a:fld id="{8A007E56-5561-46CB-A81E-E05A810195DE}" type="datetimeFigureOut">
              <a:rPr lang="en-IN" smtClean="0"/>
              <a:t>25-11-2025</a:t>
            </a:fld>
            <a:endParaRPr lang="en-IN"/>
          </a:p>
        </p:txBody>
      </p:sp>
      <p:sp>
        <p:nvSpPr>
          <p:cNvPr id="6" name="Footer Placeholder 5">
            <a:extLst>
              <a:ext uri="{FF2B5EF4-FFF2-40B4-BE49-F238E27FC236}">
                <a16:creationId xmlns:a16="http://schemas.microsoft.com/office/drawing/2014/main" id="{C5E8615C-0773-6DAA-EAA4-6183BFD870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236FCE-D143-1822-9F6D-94307DA1757C}"/>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471027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763C6-975F-A422-1C6D-A876CA345EF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A41F06-553D-2139-545F-AB161BC793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024191-D7C6-15D7-C979-076C4F4312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219A6A-6A80-AAE9-D53C-1EDD0997C6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6D294F-2BA6-F069-4640-15446318F1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A6A4E13-2181-510F-27F9-DAB4C80A9BEF}"/>
              </a:ext>
            </a:extLst>
          </p:cNvPr>
          <p:cNvSpPr>
            <a:spLocks noGrp="1"/>
          </p:cNvSpPr>
          <p:nvPr>
            <p:ph type="dt" sz="half" idx="10"/>
          </p:nvPr>
        </p:nvSpPr>
        <p:spPr/>
        <p:txBody>
          <a:bodyPr/>
          <a:lstStyle/>
          <a:p>
            <a:fld id="{8A007E56-5561-46CB-A81E-E05A810195DE}" type="datetimeFigureOut">
              <a:rPr lang="en-IN" smtClean="0"/>
              <a:t>25-11-2025</a:t>
            </a:fld>
            <a:endParaRPr lang="en-IN"/>
          </a:p>
        </p:txBody>
      </p:sp>
      <p:sp>
        <p:nvSpPr>
          <p:cNvPr id="8" name="Footer Placeholder 7">
            <a:extLst>
              <a:ext uri="{FF2B5EF4-FFF2-40B4-BE49-F238E27FC236}">
                <a16:creationId xmlns:a16="http://schemas.microsoft.com/office/drawing/2014/main" id="{C95B3B04-C422-C15A-CC34-4D28243501B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5A111E-35C4-2D74-53BD-C68F21436CC7}"/>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3914460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8A052-2376-46A4-F58F-F639F82C9E9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386C04E-A15E-8A31-1CC5-E8A39ED2A344}"/>
              </a:ext>
            </a:extLst>
          </p:cNvPr>
          <p:cNvSpPr>
            <a:spLocks noGrp="1"/>
          </p:cNvSpPr>
          <p:nvPr>
            <p:ph type="dt" sz="half" idx="10"/>
          </p:nvPr>
        </p:nvSpPr>
        <p:spPr/>
        <p:txBody>
          <a:bodyPr/>
          <a:lstStyle/>
          <a:p>
            <a:fld id="{8A007E56-5561-46CB-A81E-E05A810195DE}" type="datetimeFigureOut">
              <a:rPr lang="en-IN" smtClean="0"/>
              <a:t>25-11-2025</a:t>
            </a:fld>
            <a:endParaRPr lang="en-IN"/>
          </a:p>
        </p:txBody>
      </p:sp>
      <p:sp>
        <p:nvSpPr>
          <p:cNvPr id="4" name="Footer Placeholder 3">
            <a:extLst>
              <a:ext uri="{FF2B5EF4-FFF2-40B4-BE49-F238E27FC236}">
                <a16:creationId xmlns:a16="http://schemas.microsoft.com/office/drawing/2014/main" id="{B8F4D5A7-EB07-EDD2-D625-36221F2F5C4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1782625-7BFF-49AB-24DC-31DB5E6525BC}"/>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2632055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CC9334-A4FC-C76C-D6ED-555A96FE0DE1}"/>
              </a:ext>
            </a:extLst>
          </p:cNvPr>
          <p:cNvSpPr>
            <a:spLocks noGrp="1"/>
          </p:cNvSpPr>
          <p:nvPr>
            <p:ph type="dt" sz="half" idx="10"/>
          </p:nvPr>
        </p:nvSpPr>
        <p:spPr/>
        <p:txBody>
          <a:bodyPr/>
          <a:lstStyle/>
          <a:p>
            <a:fld id="{8A007E56-5561-46CB-A81E-E05A810195DE}" type="datetimeFigureOut">
              <a:rPr lang="en-IN" smtClean="0"/>
              <a:t>25-11-2025</a:t>
            </a:fld>
            <a:endParaRPr lang="en-IN"/>
          </a:p>
        </p:txBody>
      </p:sp>
      <p:sp>
        <p:nvSpPr>
          <p:cNvPr id="3" name="Footer Placeholder 2">
            <a:extLst>
              <a:ext uri="{FF2B5EF4-FFF2-40B4-BE49-F238E27FC236}">
                <a16:creationId xmlns:a16="http://schemas.microsoft.com/office/drawing/2014/main" id="{79D0DAED-5067-6AA0-5165-4DFDEB3EAE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4D3CE78-E287-9A96-E7D3-158A3626A9F7}"/>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3019276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94230-8103-0214-1B68-826155FE76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D3BA27-3C1B-E88A-8375-81E4B9287F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586C48-09DC-1152-F4A0-009BA5624F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CD7AFF-5685-17C3-3D8B-9E0C23E795EF}"/>
              </a:ext>
            </a:extLst>
          </p:cNvPr>
          <p:cNvSpPr>
            <a:spLocks noGrp="1"/>
          </p:cNvSpPr>
          <p:nvPr>
            <p:ph type="dt" sz="half" idx="10"/>
          </p:nvPr>
        </p:nvSpPr>
        <p:spPr/>
        <p:txBody>
          <a:bodyPr/>
          <a:lstStyle/>
          <a:p>
            <a:fld id="{8A007E56-5561-46CB-A81E-E05A810195DE}" type="datetimeFigureOut">
              <a:rPr lang="en-IN" smtClean="0"/>
              <a:t>25-11-2025</a:t>
            </a:fld>
            <a:endParaRPr lang="en-IN"/>
          </a:p>
        </p:txBody>
      </p:sp>
      <p:sp>
        <p:nvSpPr>
          <p:cNvPr id="6" name="Footer Placeholder 5">
            <a:extLst>
              <a:ext uri="{FF2B5EF4-FFF2-40B4-BE49-F238E27FC236}">
                <a16:creationId xmlns:a16="http://schemas.microsoft.com/office/drawing/2014/main" id="{1CEFA2B0-1AD9-C16B-043B-72C527E030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13A63-385D-613A-2F97-2B0E764E2459}"/>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2889193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60B3-7BC1-1476-9256-3DAD6E37B6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DD694B-87F3-477E-2237-7FF159D5FE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BA5241-3F62-249D-28D3-0D158AFCEE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C4FA90-5EBC-AC37-1A9D-6A569AB5EBA9}"/>
              </a:ext>
            </a:extLst>
          </p:cNvPr>
          <p:cNvSpPr>
            <a:spLocks noGrp="1"/>
          </p:cNvSpPr>
          <p:nvPr>
            <p:ph type="dt" sz="half" idx="10"/>
          </p:nvPr>
        </p:nvSpPr>
        <p:spPr/>
        <p:txBody>
          <a:bodyPr/>
          <a:lstStyle/>
          <a:p>
            <a:fld id="{8A007E56-5561-46CB-A81E-E05A810195DE}" type="datetimeFigureOut">
              <a:rPr lang="en-IN" smtClean="0"/>
              <a:t>25-11-2025</a:t>
            </a:fld>
            <a:endParaRPr lang="en-IN"/>
          </a:p>
        </p:txBody>
      </p:sp>
      <p:sp>
        <p:nvSpPr>
          <p:cNvPr id="6" name="Footer Placeholder 5">
            <a:extLst>
              <a:ext uri="{FF2B5EF4-FFF2-40B4-BE49-F238E27FC236}">
                <a16:creationId xmlns:a16="http://schemas.microsoft.com/office/drawing/2014/main" id="{599B653E-6D84-6856-AEA4-1627422B85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31EA51-50B6-1756-4CD3-C4A2F221F236}"/>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51236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EDE3D-6C7A-B526-D51B-700BF31E5E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BE80D3-C101-B021-A714-0962FCD16A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FFCDFE-FC28-D4B4-423D-539606C0EDE0}"/>
              </a:ext>
            </a:extLst>
          </p:cNvPr>
          <p:cNvSpPr>
            <a:spLocks noGrp="1"/>
          </p:cNvSpPr>
          <p:nvPr>
            <p:ph type="dt" sz="half" idx="10"/>
          </p:nvPr>
        </p:nvSpPr>
        <p:spPr/>
        <p:txBody>
          <a:bodyPr/>
          <a:lstStyle/>
          <a:p>
            <a:fld id="{8A007E56-5561-46CB-A81E-E05A810195DE}" type="datetimeFigureOut">
              <a:rPr lang="en-IN" smtClean="0"/>
              <a:t>25-11-2025</a:t>
            </a:fld>
            <a:endParaRPr lang="en-IN"/>
          </a:p>
        </p:txBody>
      </p:sp>
      <p:sp>
        <p:nvSpPr>
          <p:cNvPr id="5" name="Footer Placeholder 4">
            <a:extLst>
              <a:ext uri="{FF2B5EF4-FFF2-40B4-BE49-F238E27FC236}">
                <a16:creationId xmlns:a16="http://schemas.microsoft.com/office/drawing/2014/main" id="{14BA8777-CC15-D826-C886-E1374CA03B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9853E-3FD5-3CCC-21CD-EC46D3229EB5}"/>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2250849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2A0C78-846B-72BE-26F5-D2D56101A0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DC7FAE-1493-202E-F65F-B6C647C619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0A55BF-E0B1-0390-0FC1-6C5E40FD2C38}"/>
              </a:ext>
            </a:extLst>
          </p:cNvPr>
          <p:cNvSpPr>
            <a:spLocks noGrp="1"/>
          </p:cNvSpPr>
          <p:nvPr>
            <p:ph type="dt" sz="half" idx="10"/>
          </p:nvPr>
        </p:nvSpPr>
        <p:spPr/>
        <p:txBody>
          <a:bodyPr/>
          <a:lstStyle/>
          <a:p>
            <a:fld id="{8A007E56-5561-46CB-A81E-E05A810195DE}" type="datetimeFigureOut">
              <a:rPr lang="en-IN" smtClean="0"/>
              <a:t>25-11-2025</a:t>
            </a:fld>
            <a:endParaRPr lang="en-IN"/>
          </a:p>
        </p:txBody>
      </p:sp>
      <p:sp>
        <p:nvSpPr>
          <p:cNvPr id="5" name="Footer Placeholder 4">
            <a:extLst>
              <a:ext uri="{FF2B5EF4-FFF2-40B4-BE49-F238E27FC236}">
                <a16:creationId xmlns:a16="http://schemas.microsoft.com/office/drawing/2014/main" id="{E81136FE-0E28-384D-CCB3-81BB319F80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277CA1-DAAE-5D5B-36E4-852CCDD9F0E4}"/>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2855335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DA5353-530B-E97B-A972-7D4D9C91E0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8321AC-32EF-0BD8-8F3D-8A2D3669C6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69AAD9-325B-25CD-9915-5180D5D52B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007E56-5561-46CB-A81E-E05A810195DE}" type="datetimeFigureOut">
              <a:rPr lang="en-IN" smtClean="0"/>
              <a:t>25-11-2025</a:t>
            </a:fld>
            <a:endParaRPr lang="en-IN"/>
          </a:p>
        </p:txBody>
      </p:sp>
      <p:sp>
        <p:nvSpPr>
          <p:cNvPr id="5" name="Footer Placeholder 4">
            <a:extLst>
              <a:ext uri="{FF2B5EF4-FFF2-40B4-BE49-F238E27FC236}">
                <a16:creationId xmlns:a16="http://schemas.microsoft.com/office/drawing/2014/main" id="{2D5C3815-A054-BCC8-FC3A-C2451D59ED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FC6C10B-32A2-839A-591F-BA6420E098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03AD60-DD4F-4424-A307-DC5D330D486F}" type="slidenum">
              <a:rPr lang="en-IN" smtClean="0"/>
              <a:t>‹#›</a:t>
            </a:fld>
            <a:endParaRPr lang="en-IN"/>
          </a:p>
        </p:txBody>
      </p:sp>
    </p:spTree>
    <p:extLst>
      <p:ext uri="{BB962C8B-B14F-4D97-AF65-F5344CB8AC3E}">
        <p14:creationId xmlns:p14="http://schemas.microsoft.com/office/powerpoint/2010/main" val="145581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4" name="object 6">
            <a:extLst>
              <a:ext uri="{FF2B5EF4-FFF2-40B4-BE49-F238E27FC236}">
                <a16:creationId xmlns:a16="http://schemas.microsoft.com/office/drawing/2014/main" id="{145E698B-02C1-61B1-418B-E6F9686548C0}"/>
              </a:ext>
            </a:extLst>
          </p:cNvPr>
          <p:cNvPicPr/>
          <p:nvPr/>
        </p:nvPicPr>
        <p:blipFill>
          <a:blip r:embed="rId3" cstate="print"/>
          <a:stretch>
            <a:fillRect/>
          </a:stretch>
        </p:blipFill>
        <p:spPr>
          <a:xfrm>
            <a:off x="1443037" y="0"/>
            <a:ext cx="9143999" cy="1782761"/>
          </a:xfrm>
          <a:prstGeom prst="rect">
            <a:avLst/>
          </a:prstGeom>
        </p:spPr>
      </p:pic>
      <p:sp>
        <p:nvSpPr>
          <p:cNvPr id="6" name="object 2">
            <a:extLst>
              <a:ext uri="{FF2B5EF4-FFF2-40B4-BE49-F238E27FC236}">
                <a16:creationId xmlns:a16="http://schemas.microsoft.com/office/drawing/2014/main" id="{DC0D2F85-37ED-6B9E-13C7-DBE8F53BB81A}"/>
              </a:ext>
            </a:extLst>
          </p:cNvPr>
          <p:cNvSpPr txBox="1">
            <a:spLocks/>
          </p:cNvSpPr>
          <p:nvPr/>
        </p:nvSpPr>
        <p:spPr>
          <a:xfrm>
            <a:off x="2366804" y="2078620"/>
            <a:ext cx="7400582" cy="751488"/>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73380" marR="5080" indent="-361315">
              <a:lnSpc>
                <a:spcPct val="100000"/>
              </a:lnSpc>
              <a:spcBef>
                <a:spcPts val="100"/>
              </a:spcBef>
            </a:pPr>
            <a:r>
              <a:rPr lang="en-US" sz="2400" b="1" dirty="0">
                <a:solidFill>
                  <a:srgbClr val="000000"/>
                </a:solidFill>
                <a:latin typeface="Times New Roman" panose="02020603050405020304" pitchFamily="18" charset="0"/>
                <a:cs typeface="Times New Roman" panose="02020603050405020304" pitchFamily="18" charset="0"/>
              </a:rPr>
              <a:t>Department</a:t>
            </a:r>
            <a:r>
              <a:rPr lang="en-US" sz="2400" b="1" spc="-7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of Artificial Intelligence and Data Science</a:t>
            </a:r>
            <a:br>
              <a:rPr lang="en-US" sz="2400" b="1" dirty="0">
                <a:solidFill>
                  <a:srgbClr val="000000"/>
                </a:solidFill>
                <a:latin typeface="Times New Roman" panose="02020603050405020304" pitchFamily="18" charset="0"/>
                <a:cs typeface="Times New Roman" panose="02020603050405020304" pitchFamily="18" charset="0"/>
              </a:rPr>
            </a:br>
            <a:r>
              <a:rPr lang="en-US" sz="2400" b="1" spc="-1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Academic</a:t>
            </a:r>
            <a:r>
              <a:rPr lang="en-US" sz="2400" b="1" spc="-7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year:</a:t>
            </a:r>
            <a:r>
              <a:rPr lang="en-US" sz="2400" b="1" spc="-65" dirty="0">
                <a:solidFill>
                  <a:srgbClr val="000000"/>
                </a:solidFill>
                <a:latin typeface="Times New Roman" panose="02020603050405020304" pitchFamily="18" charset="0"/>
                <a:cs typeface="Times New Roman" panose="02020603050405020304" pitchFamily="18" charset="0"/>
              </a:rPr>
              <a:t> </a:t>
            </a:r>
            <a:r>
              <a:rPr lang="en-US" sz="2400" b="1" spc="-20" dirty="0">
                <a:solidFill>
                  <a:srgbClr val="000000"/>
                </a:solidFill>
                <a:latin typeface="Times New Roman" panose="02020603050405020304" pitchFamily="18" charset="0"/>
                <a:cs typeface="Times New Roman" panose="02020603050405020304" pitchFamily="18" charset="0"/>
              </a:rPr>
              <a:t>2025-</a:t>
            </a:r>
            <a:r>
              <a:rPr lang="en-US" sz="2400" b="1" spc="-25" dirty="0">
                <a:solidFill>
                  <a:srgbClr val="000000"/>
                </a:solidFill>
                <a:latin typeface="Times New Roman" panose="02020603050405020304" pitchFamily="18" charset="0"/>
                <a:cs typeface="Times New Roman" panose="02020603050405020304" pitchFamily="18" charset="0"/>
              </a:rPr>
              <a:t>26</a:t>
            </a:r>
            <a:endParaRPr lang="en-US"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E20FB8D-75C5-DE99-BB78-16A7B8A2766C}"/>
              </a:ext>
            </a:extLst>
          </p:cNvPr>
          <p:cNvSpPr txBox="1"/>
          <p:nvPr/>
        </p:nvSpPr>
        <p:spPr>
          <a:xfrm>
            <a:off x="3048000" y="3010614"/>
            <a:ext cx="6096000" cy="830997"/>
          </a:xfrm>
          <a:prstGeom prst="rect">
            <a:avLst/>
          </a:prstGeom>
          <a:noFill/>
        </p:spPr>
        <p:txBody>
          <a:bodyPr wrap="square">
            <a:spAutoFit/>
          </a:bodyPr>
          <a:lstStyle/>
          <a:p>
            <a:pPr marR="42545" algn="ctr">
              <a:lnSpc>
                <a:spcPct val="100000"/>
              </a:lnSpc>
              <a:spcBef>
                <a:spcPts val="1305"/>
              </a:spcBef>
            </a:pPr>
            <a:r>
              <a:rPr lang="en-US" sz="2400" b="1" dirty="0">
                <a:latin typeface="Times New Roman"/>
                <a:cs typeface="Times New Roman"/>
              </a:rPr>
              <a:t>Cyber-Bullying Detection in Social Media Platform</a:t>
            </a:r>
          </a:p>
        </p:txBody>
      </p:sp>
      <p:sp>
        <p:nvSpPr>
          <p:cNvPr id="11" name="object 5">
            <a:extLst>
              <a:ext uri="{FF2B5EF4-FFF2-40B4-BE49-F238E27FC236}">
                <a16:creationId xmlns:a16="http://schemas.microsoft.com/office/drawing/2014/main" id="{614A7923-F954-7454-F2D4-2A2525977DA8}"/>
              </a:ext>
            </a:extLst>
          </p:cNvPr>
          <p:cNvSpPr txBox="1"/>
          <p:nvPr/>
        </p:nvSpPr>
        <p:spPr>
          <a:xfrm>
            <a:off x="747712" y="4481703"/>
            <a:ext cx="3485700" cy="1792798"/>
          </a:xfrm>
          <a:prstGeom prst="rect">
            <a:avLst/>
          </a:prstGeom>
        </p:spPr>
        <p:txBody>
          <a:bodyPr vert="horz" wrap="square" lIns="0" tIns="48260" rIns="0" bIns="0" rtlCol="0">
            <a:spAutoFit/>
          </a:bodyPr>
          <a:lstStyle/>
          <a:p>
            <a:pPr marL="12700">
              <a:lnSpc>
                <a:spcPct val="100000"/>
              </a:lnSpc>
              <a:spcBef>
                <a:spcPts val="380"/>
              </a:spcBef>
            </a:pPr>
            <a:r>
              <a:rPr lang="en-US" sz="2000" b="1" dirty="0">
                <a:latin typeface="Times New Roman"/>
                <a:cs typeface="Times New Roman"/>
              </a:rPr>
              <a:t>By:</a:t>
            </a:r>
          </a:p>
          <a:p>
            <a:pPr marL="12700">
              <a:lnSpc>
                <a:spcPct val="100000"/>
              </a:lnSpc>
              <a:spcBef>
                <a:spcPts val="380"/>
              </a:spcBef>
            </a:pPr>
            <a:r>
              <a:rPr lang="en-US" sz="2000" dirty="0" err="1">
                <a:latin typeface="Times New Roman"/>
                <a:cs typeface="Times New Roman"/>
              </a:rPr>
              <a:t>Chethangiri</a:t>
            </a:r>
            <a:r>
              <a:rPr lang="en-US" sz="2000" dirty="0">
                <a:latin typeface="Times New Roman"/>
                <a:cs typeface="Times New Roman"/>
              </a:rPr>
              <a:t> K(1DB22AD013)</a:t>
            </a:r>
          </a:p>
          <a:p>
            <a:pPr marL="12700">
              <a:lnSpc>
                <a:spcPct val="100000"/>
              </a:lnSpc>
              <a:spcBef>
                <a:spcPts val="380"/>
              </a:spcBef>
            </a:pPr>
            <a:r>
              <a:rPr lang="en-US" sz="2000" dirty="0">
                <a:latin typeface="Times New Roman"/>
                <a:cs typeface="Times New Roman"/>
              </a:rPr>
              <a:t>Dhanush A B(1DB22AD017)</a:t>
            </a:r>
          </a:p>
          <a:p>
            <a:pPr marL="12700">
              <a:lnSpc>
                <a:spcPct val="100000"/>
              </a:lnSpc>
              <a:spcBef>
                <a:spcPts val="380"/>
              </a:spcBef>
            </a:pPr>
            <a:r>
              <a:rPr lang="en-US" sz="2000" dirty="0">
                <a:latin typeface="Times New Roman"/>
                <a:cs typeface="Times New Roman"/>
              </a:rPr>
              <a:t>Kushal H K (1DB22AD023)</a:t>
            </a:r>
          </a:p>
          <a:p>
            <a:pPr marL="12700">
              <a:lnSpc>
                <a:spcPct val="100000"/>
              </a:lnSpc>
              <a:spcBef>
                <a:spcPts val="380"/>
              </a:spcBef>
            </a:pPr>
            <a:r>
              <a:rPr lang="en-US" sz="2000" dirty="0">
                <a:latin typeface="Times New Roman"/>
                <a:cs typeface="Times New Roman"/>
              </a:rPr>
              <a:t>Vinay (1DB22AD060)</a:t>
            </a:r>
            <a:endParaRPr lang="en-IN" sz="2000" dirty="0">
              <a:latin typeface="Times New Roman"/>
              <a:cs typeface="Times New Roman"/>
            </a:endParaRPr>
          </a:p>
        </p:txBody>
      </p:sp>
      <p:sp>
        <p:nvSpPr>
          <p:cNvPr id="12" name="object 4">
            <a:extLst>
              <a:ext uri="{FF2B5EF4-FFF2-40B4-BE49-F238E27FC236}">
                <a16:creationId xmlns:a16="http://schemas.microsoft.com/office/drawing/2014/main" id="{BC44D40D-CC15-3CDC-3320-8C7FF45C19AD}"/>
              </a:ext>
            </a:extLst>
          </p:cNvPr>
          <p:cNvSpPr txBox="1"/>
          <p:nvPr/>
        </p:nvSpPr>
        <p:spPr>
          <a:xfrm>
            <a:off x="7797667" y="4497578"/>
            <a:ext cx="3784733" cy="1709250"/>
          </a:xfrm>
          <a:prstGeom prst="rect">
            <a:avLst/>
          </a:prstGeom>
        </p:spPr>
        <p:txBody>
          <a:bodyPr vert="horz" wrap="square" lIns="0" tIns="48260" rIns="0" bIns="0" rtlCol="0">
            <a:spAutoFit/>
          </a:bodyPr>
          <a:lstStyle/>
          <a:p>
            <a:pPr marL="12700">
              <a:lnSpc>
                <a:spcPct val="100000"/>
              </a:lnSpc>
              <a:spcBef>
                <a:spcPts val="380"/>
              </a:spcBef>
            </a:pPr>
            <a:r>
              <a:rPr sz="2000" b="1" spc="-10" dirty="0">
                <a:latin typeface="Times New Roman"/>
                <a:cs typeface="Times New Roman"/>
              </a:rPr>
              <a:t>GUIDE:</a:t>
            </a:r>
            <a:endParaRPr sz="2000" dirty="0">
              <a:latin typeface="Times New Roman"/>
              <a:cs typeface="Times New Roman"/>
            </a:endParaRPr>
          </a:p>
          <a:p>
            <a:pPr marL="12700" marR="5080">
              <a:lnSpc>
                <a:spcPct val="111700"/>
              </a:lnSpc>
            </a:pPr>
            <a:r>
              <a:rPr lang="en-IN" sz="2000" spc="-10" dirty="0">
                <a:latin typeface="Times New Roman"/>
                <a:cs typeface="Times New Roman"/>
              </a:rPr>
              <a:t>Dr. Nandini K S</a:t>
            </a:r>
            <a:endParaRPr lang="en-US" sz="2000" spc="-10" dirty="0">
              <a:latin typeface="Times New Roman"/>
              <a:cs typeface="Times New Roman"/>
            </a:endParaRPr>
          </a:p>
          <a:p>
            <a:pPr marL="12700" marR="5080">
              <a:lnSpc>
                <a:spcPct val="111700"/>
              </a:lnSpc>
            </a:pPr>
            <a:r>
              <a:rPr lang="en-IN" sz="2000" spc="-10" dirty="0">
                <a:latin typeface="Times New Roman"/>
                <a:cs typeface="Times New Roman"/>
              </a:rPr>
              <a:t>Associate Professor</a:t>
            </a:r>
            <a:endParaRPr lang="en-US" sz="2000" spc="-10" dirty="0">
              <a:latin typeface="Times New Roman"/>
              <a:cs typeface="Times New Roman"/>
            </a:endParaRPr>
          </a:p>
          <a:p>
            <a:pPr marL="12700" marR="5080">
              <a:lnSpc>
                <a:spcPct val="111700"/>
              </a:lnSpc>
            </a:pPr>
            <a:r>
              <a:rPr sz="2000" dirty="0">
                <a:latin typeface="Times New Roman"/>
                <a:cs typeface="Times New Roman"/>
              </a:rPr>
              <a:t>Department</a:t>
            </a:r>
            <a:r>
              <a:rPr sz="2000" spc="-30"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lang="en-US" sz="2000" spc="-20" dirty="0">
                <a:latin typeface="Times New Roman"/>
                <a:cs typeface="Times New Roman"/>
              </a:rPr>
              <a:t>AI and DS</a:t>
            </a:r>
            <a:r>
              <a:rPr lang="en-US" sz="2000" spc="-25" dirty="0">
                <a:latin typeface="Times New Roman"/>
                <a:cs typeface="Times New Roman"/>
              </a:rPr>
              <a:t>,</a:t>
            </a:r>
            <a:r>
              <a:rPr sz="2000" spc="-25" dirty="0">
                <a:latin typeface="Times New Roman"/>
                <a:cs typeface="Times New Roman"/>
              </a:rPr>
              <a:t> DBIT,</a:t>
            </a:r>
            <a:r>
              <a:rPr sz="2000" spc="-90" dirty="0">
                <a:latin typeface="Times New Roman"/>
                <a:cs typeface="Times New Roman"/>
              </a:rPr>
              <a:t> </a:t>
            </a:r>
            <a:r>
              <a:rPr sz="2000" spc="-10" dirty="0">
                <a:latin typeface="Times New Roman"/>
                <a:cs typeface="Times New Roman"/>
              </a:rPr>
              <a:t>Bengaluru</a:t>
            </a:r>
            <a:endParaRPr sz="2000" dirty="0">
              <a:latin typeface="Times New Roman"/>
              <a:cs typeface="Times New Roman"/>
            </a:endParaRPr>
          </a:p>
        </p:txBody>
      </p:sp>
    </p:spTree>
    <p:extLst>
      <p:ext uri="{BB962C8B-B14F-4D97-AF65-F5344CB8AC3E}">
        <p14:creationId xmlns:p14="http://schemas.microsoft.com/office/powerpoint/2010/main" val="2286173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1AB17-8E29-30B1-AFAF-DA73774A7A0A}"/>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CONTENTS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FB2E1F-4E50-7FE9-58DA-A8A7CE598B61}"/>
              </a:ext>
            </a:extLst>
          </p:cNvPr>
          <p:cNvSpPr>
            <a:spLocks noGrp="1"/>
          </p:cNvSpPr>
          <p:nvPr>
            <p:ph idx="1"/>
          </p:nvPr>
        </p:nvSpPr>
        <p:spPr/>
        <p:txBody>
          <a:bodyPr>
            <a:normAutofit fontScale="85000" lnSpcReduction="20000"/>
          </a:bodyPr>
          <a:lstStyle/>
          <a:p>
            <a:pPr marL="585470" indent="-457200">
              <a:lnSpc>
                <a:spcPct val="100000"/>
              </a:lnSpc>
              <a:spcBef>
                <a:spcPts val="1480"/>
              </a:spcBef>
              <a:tabLst>
                <a:tab pos="530225" algn="l"/>
              </a:tabLst>
            </a:pPr>
            <a:r>
              <a:rPr lang="en-US" spc="-10" dirty="0">
                <a:latin typeface="Times New Roman" panose="02020603050405020304" pitchFamily="18" charset="0"/>
                <a:cs typeface="Times New Roman" panose="02020603050405020304" pitchFamily="18" charset="0"/>
              </a:rPr>
              <a:t>Abstract</a:t>
            </a:r>
          </a:p>
          <a:p>
            <a:pPr marL="585470" indent="-457200">
              <a:lnSpc>
                <a:spcPct val="100000"/>
              </a:lnSpc>
              <a:spcBef>
                <a:spcPts val="1480"/>
              </a:spcBef>
              <a:tabLst>
                <a:tab pos="530225" algn="l"/>
              </a:tabLst>
            </a:pPr>
            <a:r>
              <a:rPr lang="en-US" spc="-10"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a:p>
            <a:pPr marL="585470" indent="-457200">
              <a:lnSpc>
                <a:spcPct val="100000"/>
              </a:lnSpc>
              <a:spcBef>
                <a:spcPts val="1485"/>
              </a:spcBef>
              <a:tabLst>
                <a:tab pos="530225" algn="l"/>
              </a:tabLst>
            </a:pPr>
            <a:r>
              <a:rPr lang="en-US" spc="-10" dirty="0">
                <a:latin typeface="Times New Roman" panose="02020603050405020304" pitchFamily="18" charset="0"/>
                <a:ea typeface="Tahoma" panose="020B0604030504040204" pitchFamily="34" charset="0"/>
                <a:cs typeface="Times New Roman" panose="02020603050405020304" pitchFamily="18" charset="0"/>
              </a:rPr>
              <a:t>Literature Survey</a:t>
            </a:r>
          </a:p>
          <a:p>
            <a:pPr marL="585470" indent="-457200">
              <a:spcBef>
                <a:spcPts val="1485"/>
              </a:spcBef>
              <a:tabLst>
                <a:tab pos="530225" algn="l"/>
              </a:tabLst>
            </a:pPr>
            <a:r>
              <a:rPr lang="en-US" spc="-10" dirty="0">
                <a:latin typeface="Times New Roman" panose="02020603050405020304" pitchFamily="18" charset="0"/>
                <a:cs typeface="Times New Roman" panose="02020603050405020304" pitchFamily="18" charset="0"/>
              </a:rPr>
              <a:t>Objectives</a:t>
            </a:r>
          </a:p>
          <a:p>
            <a:pPr marL="585470" indent="-457200">
              <a:spcBef>
                <a:spcPts val="1485"/>
              </a:spcBef>
              <a:tabLst>
                <a:tab pos="530225" algn="l"/>
              </a:tabLst>
            </a:pPr>
            <a:r>
              <a:rPr lang="en-US" spc="-10" dirty="0">
                <a:latin typeface="Times New Roman" panose="02020603050405020304" pitchFamily="18" charset="0"/>
                <a:cs typeface="Times New Roman" panose="02020603050405020304" pitchFamily="18" charset="0"/>
              </a:rPr>
              <a:t>System Model</a:t>
            </a:r>
          </a:p>
          <a:p>
            <a:pPr marL="585470" indent="-457200">
              <a:spcBef>
                <a:spcPts val="1485"/>
              </a:spcBef>
              <a:tabLst>
                <a:tab pos="530225" algn="l"/>
              </a:tabLst>
            </a:pPr>
            <a:r>
              <a:rPr lang="en-US" spc="-10" dirty="0">
                <a:latin typeface="Times New Roman" panose="02020603050405020304" pitchFamily="18" charset="0"/>
                <a:cs typeface="Times New Roman" panose="02020603050405020304" pitchFamily="18" charset="0"/>
              </a:rPr>
              <a:t>Methodology</a:t>
            </a:r>
            <a:endParaRPr lang="en-US" dirty="0">
              <a:latin typeface="Times New Roman" panose="02020603050405020304" pitchFamily="18" charset="0"/>
              <a:cs typeface="Times New Roman" panose="02020603050405020304" pitchFamily="18" charset="0"/>
            </a:endParaRPr>
          </a:p>
          <a:p>
            <a:pPr marL="585470" indent="-457200">
              <a:lnSpc>
                <a:spcPct val="100000"/>
              </a:lnSpc>
              <a:spcBef>
                <a:spcPts val="1480"/>
              </a:spcBef>
              <a:tabLst>
                <a:tab pos="530225" algn="l"/>
              </a:tabLst>
            </a:pPr>
            <a:r>
              <a:rPr lang="en-US" dirty="0">
                <a:latin typeface="Times New Roman" panose="02020603050405020304" pitchFamily="18" charset="0"/>
                <a:cs typeface="Times New Roman" panose="02020603050405020304" pitchFamily="18" charset="0"/>
              </a:rPr>
              <a:t>Software</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&amp;</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Hardware</a:t>
            </a:r>
            <a:r>
              <a:rPr lang="en-US" spc="-75"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requirements</a:t>
            </a:r>
          </a:p>
          <a:p>
            <a:pPr marL="585470" indent="-457200">
              <a:spcBef>
                <a:spcPts val="1485"/>
              </a:spcBef>
              <a:tabLst>
                <a:tab pos="530225" algn="l"/>
              </a:tabLst>
            </a:pPr>
            <a:r>
              <a:rPr lang="en-US" dirty="0">
                <a:latin typeface="Times New Roman" panose="02020603050405020304" pitchFamily="18" charset="0"/>
                <a:cs typeface="Times New Roman" panose="02020603050405020304" pitchFamily="18" charset="0"/>
              </a:rPr>
              <a:t>Conclusion</a:t>
            </a:r>
            <a:r>
              <a:rPr lang="en-US" spc="-25" dirty="0">
                <a:latin typeface="Times New Roman" panose="02020603050405020304" pitchFamily="18" charset="0"/>
                <a:cs typeface="Times New Roman" panose="02020603050405020304" pitchFamily="18" charset="0"/>
              </a:rPr>
              <a:t> </a:t>
            </a:r>
          </a:p>
          <a:p>
            <a:pPr marL="585470" indent="-457200">
              <a:spcBef>
                <a:spcPts val="1485"/>
              </a:spcBef>
              <a:tabLst>
                <a:tab pos="530225" algn="l"/>
              </a:tabLst>
            </a:pPr>
            <a:r>
              <a:rPr lang="en-US" spc="-10"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5117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7E726-1666-4E5D-82F6-0A3480434C1D}"/>
              </a:ext>
            </a:extLst>
          </p:cNvPr>
          <p:cNvSpPr>
            <a:spLocks noGrp="1"/>
          </p:cNvSpPr>
          <p:nvPr>
            <p:ph type="title"/>
          </p:nvPr>
        </p:nvSpPr>
        <p:spPr>
          <a:xfrm>
            <a:off x="838200" y="365126"/>
            <a:ext cx="10515600" cy="1043100"/>
          </a:xfrm>
        </p:spPr>
        <p:txBody>
          <a:bodyPr/>
          <a:lstStyle/>
          <a:p>
            <a:pPr algn="ctr"/>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3A6438F-9DC5-E6EB-6B01-55133C274C4B}"/>
              </a:ext>
            </a:extLst>
          </p:cNvPr>
          <p:cNvSpPr>
            <a:spLocks noGrp="1" noChangeArrowheads="1"/>
          </p:cNvSpPr>
          <p:nvPr>
            <p:ph idx="1"/>
          </p:nvPr>
        </p:nvSpPr>
        <p:spPr bwMode="auto">
          <a:xfrm>
            <a:off x="729343" y="1985306"/>
            <a:ext cx="11125200"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develops an automated cyberbullying detection system using Deep Learning (DL) to address the growing mental health impact of online harassment, particularly among adolescents.</a:t>
            </a:r>
          </a:p>
          <a:p>
            <a:pPr algn="just" eaLnBrk="0" fontAlgn="base" hangingPunct="0">
              <a:lnSpc>
                <a:spcPct val="100000"/>
              </a:lnSpc>
              <a:spcBef>
                <a:spcPct val="0"/>
              </a:spcBef>
              <a:spcAft>
                <a:spcPct val="0"/>
              </a:spcAf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from eight Kaggle datasets is preprocessed through tokenization, stop-word removal, followed by text feature extraction and classification using a Bidirectional LSTM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BiLSTM</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a:t>
            </a:r>
          </a:p>
          <a:p>
            <a:pPr algn="just" eaLnBrk="0" fontAlgn="base" hangingPunct="0">
              <a:lnSpc>
                <a:spcPct val="100000"/>
              </a:lnSpc>
              <a:spcBef>
                <a:spcPct val="0"/>
              </a:spcBef>
              <a:spcAft>
                <a:spcPct val="0"/>
              </a:spcAf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demonstrates high performance in accuracy, precision, recall, and F1 score, effectively detecting offensive or bullying content and contributing to safer digital communication environments.</a:t>
            </a:r>
          </a:p>
        </p:txBody>
      </p:sp>
    </p:spTree>
    <p:extLst>
      <p:ext uri="{BB962C8B-B14F-4D97-AF65-F5344CB8AC3E}">
        <p14:creationId xmlns:p14="http://schemas.microsoft.com/office/powerpoint/2010/main" val="1505249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CC974-5C83-9475-E37B-C30EBBAFA1B9}"/>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73FECA3-5D6D-BB74-E6FB-832D13F1E898}"/>
              </a:ext>
            </a:extLst>
          </p:cNvPr>
          <p:cNvSpPr>
            <a:spLocks noGrp="1" noChangeArrowheads="1"/>
          </p:cNvSpPr>
          <p:nvPr>
            <p:ph idx="1"/>
          </p:nvPr>
        </p:nvSpPr>
        <p:spPr bwMode="auto">
          <a:xfrm>
            <a:off x="495300" y="1834946"/>
            <a:ext cx="112014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internet and platforms like Facebook, Twitter, and YouTube have revolutionized global communication, engaging over 5 billion active users as of January 2024.</a:t>
            </a:r>
          </a:p>
          <a:p>
            <a:pPr algn="just" eaLnBrk="0" fontAlgn="base" hangingPunct="0">
              <a:lnSpc>
                <a:spcPct val="100000"/>
              </a:lnSpc>
              <a:spcBef>
                <a:spcPct val="0"/>
              </a:spcBef>
              <a:spcAft>
                <a:spcPct val="0"/>
              </a:spcAf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Despite their benefits, social media platforms have become hotspots for cyberbullying—intentional and repetitive online harassment causing severe psychological effects such as anxiety, depression, and suicidal thoughts.</a:t>
            </a:r>
          </a:p>
          <a:p>
            <a:pPr algn="just" eaLnBrk="0" fontAlgn="base" hangingPunct="0">
              <a:lnSpc>
                <a:spcPct val="100000"/>
              </a:lnSpc>
              <a:spcBef>
                <a:spcPct val="0"/>
              </a:spcBef>
              <a:spcAft>
                <a:spcPct val="0"/>
              </a:spcAf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Detecting cyberbullying is difficult due to the evolving nature of online language, including slang, sarcasm, and cultural nuances, making traditional moderation methods slow and ineffective.</a:t>
            </a:r>
          </a:p>
        </p:txBody>
      </p:sp>
    </p:spTree>
    <p:extLst>
      <p:ext uri="{BB962C8B-B14F-4D97-AF65-F5344CB8AC3E}">
        <p14:creationId xmlns:p14="http://schemas.microsoft.com/office/powerpoint/2010/main" val="265839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936DD-F0F7-5788-DB55-80ADD4745DD5}"/>
              </a:ext>
            </a:extLst>
          </p:cNvPr>
          <p:cNvSpPr>
            <a:spLocks noGrp="1"/>
          </p:cNvSpPr>
          <p:nvPr>
            <p:ph type="title"/>
          </p:nvPr>
        </p:nvSpPr>
        <p:spPr>
          <a:xfrm>
            <a:off x="838200" y="136525"/>
            <a:ext cx="10515600" cy="828675"/>
          </a:xfrm>
        </p:spPr>
        <p:txBody>
          <a:bodyPr/>
          <a:lstStyle/>
          <a:p>
            <a:pPr algn="ctr"/>
            <a:r>
              <a:rPr lang="en-US" b="1" dirty="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BBA9D34-68F5-B7C5-8C00-C69987BFF439}"/>
              </a:ext>
            </a:extLst>
          </p:cNvPr>
          <p:cNvGraphicFramePr>
            <a:graphicFrameLocks noGrp="1"/>
          </p:cNvGraphicFramePr>
          <p:nvPr>
            <p:extLst>
              <p:ext uri="{D42A27DB-BD31-4B8C-83A1-F6EECF244321}">
                <p14:modId xmlns:p14="http://schemas.microsoft.com/office/powerpoint/2010/main" val="262647757"/>
              </p:ext>
            </p:extLst>
          </p:nvPr>
        </p:nvGraphicFramePr>
        <p:xfrm>
          <a:off x="213360" y="965200"/>
          <a:ext cx="11765280" cy="5527084"/>
        </p:xfrm>
        <a:graphic>
          <a:graphicData uri="http://schemas.openxmlformats.org/drawingml/2006/table">
            <a:tbl>
              <a:tblPr firstRow="1" bandRow="1">
                <a:tableStyleId>{5C22544A-7EE6-4342-B048-85BDC9FD1C3A}</a:tableStyleId>
              </a:tblPr>
              <a:tblGrid>
                <a:gridCol w="477520">
                  <a:extLst>
                    <a:ext uri="{9D8B030D-6E8A-4147-A177-3AD203B41FA5}">
                      <a16:colId xmlns:a16="http://schemas.microsoft.com/office/drawing/2014/main" val="656982152"/>
                    </a:ext>
                  </a:extLst>
                </a:gridCol>
                <a:gridCol w="1534160">
                  <a:extLst>
                    <a:ext uri="{9D8B030D-6E8A-4147-A177-3AD203B41FA5}">
                      <a16:colId xmlns:a16="http://schemas.microsoft.com/office/drawing/2014/main" val="2130718055"/>
                    </a:ext>
                  </a:extLst>
                </a:gridCol>
                <a:gridCol w="1249680">
                  <a:extLst>
                    <a:ext uri="{9D8B030D-6E8A-4147-A177-3AD203B41FA5}">
                      <a16:colId xmlns:a16="http://schemas.microsoft.com/office/drawing/2014/main" val="2291240927"/>
                    </a:ext>
                  </a:extLst>
                </a:gridCol>
                <a:gridCol w="579120">
                  <a:extLst>
                    <a:ext uri="{9D8B030D-6E8A-4147-A177-3AD203B41FA5}">
                      <a16:colId xmlns:a16="http://schemas.microsoft.com/office/drawing/2014/main" val="1166649544"/>
                    </a:ext>
                  </a:extLst>
                </a:gridCol>
                <a:gridCol w="2204720">
                  <a:extLst>
                    <a:ext uri="{9D8B030D-6E8A-4147-A177-3AD203B41FA5}">
                      <a16:colId xmlns:a16="http://schemas.microsoft.com/office/drawing/2014/main" val="414348410"/>
                    </a:ext>
                  </a:extLst>
                </a:gridCol>
                <a:gridCol w="2001520">
                  <a:extLst>
                    <a:ext uri="{9D8B030D-6E8A-4147-A177-3AD203B41FA5}">
                      <a16:colId xmlns:a16="http://schemas.microsoft.com/office/drawing/2014/main" val="1344384489"/>
                    </a:ext>
                  </a:extLst>
                </a:gridCol>
                <a:gridCol w="1950720">
                  <a:extLst>
                    <a:ext uri="{9D8B030D-6E8A-4147-A177-3AD203B41FA5}">
                      <a16:colId xmlns:a16="http://schemas.microsoft.com/office/drawing/2014/main" val="2911111320"/>
                    </a:ext>
                  </a:extLst>
                </a:gridCol>
                <a:gridCol w="1767840">
                  <a:extLst>
                    <a:ext uri="{9D8B030D-6E8A-4147-A177-3AD203B41FA5}">
                      <a16:colId xmlns:a16="http://schemas.microsoft.com/office/drawing/2014/main" val="3800206859"/>
                    </a:ext>
                  </a:extLst>
                </a:gridCol>
              </a:tblGrid>
              <a:tr h="1183684">
                <a:tc>
                  <a:txBody>
                    <a:bodyPr/>
                    <a:lstStyle/>
                    <a:p>
                      <a:pPr algn="l"/>
                      <a:r>
                        <a:rPr lang="en-US" sz="1500" dirty="0" err="1">
                          <a:solidFill>
                            <a:schemeClr val="tx1"/>
                          </a:solidFill>
                          <a:latin typeface="Times New Roman" panose="02020603050405020304" pitchFamily="18" charset="0"/>
                          <a:cs typeface="Times New Roman" panose="02020603050405020304" pitchFamily="18" charset="0"/>
                        </a:rPr>
                        <a:t>Sl.No</a:t>
                      </a:r>
                      <a:r>
                        <a:rPr lang="en-US" sz="1500" dirty="0">
                          <a:solidFill>
                            <a:schemeClr val="tx1"/>
                          </a:solidFill>
                          <a:latin typeface="Times New Roman" panose="02020603050405020304" pitchFamily="18" charset="0"/>
                          <a:cs typeface="Times New Roman" panose="02020603050405020304" pitchFamily="18" charset="0"/>
                        </a:rPr>
                        <a:t>.</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Title</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Author</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Year</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Publication</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Methodology</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Advantages</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Limitations</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887471"/>
                  </a:ext>
                </a:extLst>
              </a:tr>
              <a:tr h="1468774">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1.</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Effective Automatic Cyberbullying Detection Using a Hybrid Approach SVM And NLP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sv-SE" sz="1300" b="0" dirty="0">
                          <a:latin typeface="Times New Roman" panose="02020603050405020304" pitchFamily="18" charset="0"/>
                          <a:cs typeface="Times New Roman" panose="02020603050405020304" pitchFamily="18" charset="0"/>
                        </a:rPr>
                        <a:t>J. Sathya , F. Mary Harin Fernandez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1300" b="0" dirty="0">
                          <a:latin typeface="Times New Roman" panose="02020603050405020304" pitchFamily="18" charset="0"/>
                          <a:cs typeface="Times New Roman" panose="02020603050405020304" pitchFamily="18" charset="0"/>
                        </a:rPr>
                        <a:t>2024</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2024 International Conference on Advances in Data Engineering and Intelligent Computing Systems (ADICS)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A hybrid model using Support Vector Machine (SVM), NLP, TF-IDF, and the LIWC2 tool to classify text as cyberbullying or non-cyberbullying.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l">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Achieved high accuracy of 93.15% on the test data.</a:t>
                      </a:r>
                    </a:p>
                    <a:p>
                      <a:pPr marL="285750" indent="-285750" algn="l">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Outperformed other NLP methods like Naive Bayes and logistic regression.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Not explicitly stated in the provided text.</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496050"/>
                  </a:ext>
                </a:extLst>
              </a:tr>
              <a:tr h="685786">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2.</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Advanced Cyberbullying Detection: A Hybrid Model Integrated with Naïve Bayes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1300" b="0" dirty="0">
                          <a:latin typeface="Times New Roman" panose="02020603050405020304" pitchFamily="18" charset="0"/>
                          <a:cs typeface="Times New Roman" panose="02020603050405020304" pitchFamily="18" charset="0"/>
                        </a:rPr>
                        <a:t>M. Priyadharshini , </a:t>
                      </a:r>
                      <a:r>
                        <a:rPr lang="en-IN" sz="1300" b="0" dirty="0" err="1">
                          <a:latin typeface="Times New Roman" panose="02020603050405020304" pitchFamily="18" charset="0"/>
                          <a:cs typeface="Times New Roman" panose="02020603050405020304" pitchFamily="18" charset="0"/>
                        </a:rPr>
                        <a:t>B.Nithya</a:t>
                      </a:r>
                      <a:r>
                        <a:rPr lang="en-IN" sz="1300" b="0" dirty="0">
                          <a:latin typeface="Times New Roman" panose="02020603050405020304" pitchFamily="18" charset="0"/>
                          <a:cs typeface="Times New Roman" panose="02020603050405020304" pitchFamily="18" charset="0"/>
                        </a:rPr>
                        <a:t> , </a:t>
                      </a:r>
                      <a:r>
                        <a:rPr lang="en-IN" sz="1300" b="0" dirty="0" err="1">
                          <a:latin typeface="Times New Roman" panose="02020603050405020304" pitchFamily="18" charset="0"/>
                          <a:cs typeface="Times New Roman" panose="02020603050405020304" pitchFamily="18" charset="0"/>
                        </a:rPr>
                        <a:t>Hemagowri</a:t>
                      </a:r>
                      <a:r>
                        <a:rPr lang="en-IN" sz="1300" b="0" dirty="0">
                          <a:latin typeface="Times New Roman" panose="02020603050405020304" pitchFamily="18" charset="0"/>
                          <a:cs typeface="Times New Roman" panose="02020603050405020304" pitchFamily="18" charset="0"/>
                        </a:rPr>
                        <a:t> J , Srinidhi K , A. </a:t>
                      </a:r>
                      <a:r>
                        <a:rPr lang="en-IN" sz="1300" b="0" dirty="0" err="1">
                          <a:latin typeface="Times New Roman" panose="02020603050405020304" pitchFamily="18" charset="0"/>
                          <a:cs typeface="Times New Roman" panose="02020603050405020304" pitchFamily="18" charset="0"/>
                        </a:rPr>
                        <a:t>Faritha</a:t>
                      </a:r>
                      <a:r>
                        <a:rPr lang="en-IN" sz="1300" b="0" dirty="0">
                          <a:latin typeface="Times New Roman" panose="02020603050405020304" pitchFamily="18" charset="0"/>
                          <a:cs typeface="Times New Roman" panose="02020603050405020304" pitchFamily="18" charset="0"/>
                        </a:rPr>
                        <a:t> Banu , </a:t>
                      </a:r>
                      <a:r>
                        <a:rPr lang="en-IN" sz="1300" b="0" dirty="0" err="1">
                          <a:latin typeface="Times New Roman" panose="02020603050405020304" pitchFamily="18" charset="0"/>
                          <a:cs typeface="Times New Roman" panose="02020603050405020304" pitchFamily="18" charset="0"/>
                        </a:rPr>
                        <a:t>V.Murugesh</a:t>
                      </a:r>
                      <a:r>
                        <a:rPr lang="en-IN" sz="1300" b="0" dirty="0">
                          <a:latin typeface="Times New Roman" panose="02020603050405020304" pitchFamily="18" charset="0"/>
                          <a:cs typeface="Times New Roman" panose="02020603050405020304" pitchFamily="18" charset="0"/>
                        </a:rPr>
                        <a:t>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solidFill>
                            <a:schemeClr val="tx1"/>
                          </a:solidFill>
                          <a:latin typeface="Times New Roman" panose="02020603050405020304" pitchFamily="18" charset="0"/>
                          <a:cs typeface="Times New Roman" panose="02020603050405020304" pitchFamily="18" charset="0"/>
                        </a:rPr>
                        <a:t>2024</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1300" b="0" dirty="0">
                          <a:latin typeface="Times New Roman" panose="02020603050405020304" pitchFamily="18" charset="0"/>
                          <a:cs typeface="Times New Roman" panose="02020603050405020304" pitchFamily="18" charset="0"/>
                        </a:rPr>
                        <a:t>2024 Third International Conference on Electrical, Electronics, Information and Communication Technologies (ICEEICT)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Uses TF-IDF and Naive Bayes for text analysis. The methodology section also details a Logistic Regression model for text classification.</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combination of TF-IDF and Naive Bayes is noted to increase precision. </a:t>
                      </a:r>
                    </a:p>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model (Logistic Regression) achieved 80% accuracy and precision. </a:t>
                      </a:r>
                    </a:p>
                    <a:p>
                      <a:pPr algn="l"/>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l">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model's recall score was low (approx. 0.6), meaning it failed to identify 40% of actual cyberbullying incidents.</a:t>
                      </a:r>
                    </a:p>
                    <a:p>
                      <a:pPr marL="285750" indent="-285750" algn="l">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Future work indicates a need to handle multiple languages and improve real-time detection.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2884456"/>
                  </a:ext>
                </a:extLst>
              </a:tr>
            </a:tbl>
          </a:graphicData>
        </a:graphic>
      </p:graphicFrame>
    </p:spTree>
    <p:extLst>
      <p:ext uri="{BB962C8B-B14F-4D97-AF65-F5344CB8AC3E}">
        <p14:creationId xmlns:p14="http://schemas.microsoft.com/office/powerpoint/2010/main" val="244102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693C460-694F-A48B-0A61-AD9591594355}"/>
              </a:ext>
            </a:extLst>
          </p:cNvPr>
          <p:cNvGraphicFramePr>
            <a:graphicFrameLocks noGrp="1"/>
          </p:cNvGraphicFramePr>
          <p:nvPr>
            <p:extLst>
              <p:ext uri="{D42A27DB-BD31-4B8C-83A1-F6EECF244321}">
                <p14:modId xmlns:p14="http://schemas.microsoft.com/office/powerpoint/2010/main" val="3041555693"/>
              </p:ext>
            </p:extLst>
          </p:nvPr>
        </p:nvGraphicFramePr>
        <p:xfrm>
          <a:off x="197130" y="76200"/>
          <a:ext cx="11797739" cy="6705600"/>
        </p:xfrm>
        <a:graphic>
          <a:graphicData uri="http://schemas.openxmlformats.org/drawingml/2006/table">
            <a:tbl>
              <a:tblPr firstRow="1" bandRow="1">
                <a:tableStyleId>{5C22544A-7EE6-4342-B048-85BDC9FD1C3A}</a:tableStyleId>
              </a:tblPr>
              <a:tblGrid>
                <a:gridCol w="412207">
                  <a:extLst>
                    <a:ext uri="{9D8B030D-6E8A-4147-A177-3AD203B41FA5}">
                      <a16:colId xmlns:a16="http://schemas.microsoft.com/office/drawing/2014/main" val="734384122"/>
                    </a:ext>
                  </a:extLst>
                </a:gridCol>
                <a:gridCol w="1665959">
                  <a:extLst>
                    <a:ext uri="{9D8B030D-6E8A-4147-A177-3AD203B41FA5}">
                      <a16:colId xmlns:a16="http://schemas.microsoft.com/office/drawing/2014/main" val="4260504402"/>
                    </a:ext>
                  </a:extLst>
                </a:gridCol>
                <a:gridCol w="1404504">
                  <a:extLst>
                    <a:ext uri="{9D8B030D-6E8A-4147-A177-3AD203B41FA5}">
                      <a16:colId xmlns:a16="http://schemas.microsoft.com/office/drawing/2014/main" val="645446120"/>
                    </a:ext>
                  </a:extLst>
                </a:gridCol>
                <a:gridCol w="559766">
                  <a:extLst>
                    <a:ext uri="{9D8B030D-6E8A-4147-A177-3AD203B41FA5}">
                      <a16:colId xmlns:a16="http://schemas.microsoft.com/office/drawing/2014/main" val="2786408666"/>
                    </a:ext>
                  </a:extLst>
                </a:gridCol>
                <a:gridCol w="1301263">
                  <a:extLst>
                    <a:ext uri="{9D8B030D-6E8A-4147-A177-3AD203B41FA5}">
                      <a16:colId xmlns:a16="http://schemas.microsoft.com/office/drawing/2014/main" val="1176542653"/>
                    </a:ext>
                  </a:extLst>
                </a:gridCol>
                <a:gridCol w="2296885">
                  <a:extLst>
                    <a:ext uri="{9D8B030D-6E8A-4147-A177-3AD203B41FA5}">
                      <a16:colId xmlns:a16="http://schemas.microsoft.com/office/drawing/2014/main" val="546879015"/>
                    </a:ext>
                  </a:extLst>
                </a:gridCol>
                <a:gridCol w="2035629">
                  <a:extLst>
                    <a:ext uri="{9D8B030D-6E8A-4147-A177-3AD203B41FA5}">
                      <a16:colId xmlns:a16="http://schemas.microsoft.com/office/drawing/2014/main" val="1193107470"/>
                    </a:ext>
                  </a:extLst>
                </a:gridCol>
                <a:gridCol w="2121526">
                  <a:extLst>
                    <a:ext uri="{9D8B030D-6E8A-4147-A177-3AD203B41FA5}">
                      <a16:colId xmlns:a16="http://schemas.microsoft.com/office/drawing/2014/main" val="1072921291"/>
                    </a:ext>
                  </a:extLst>
                </a:gridCol>
              </a:tblGrid>
              <a:tr h="664669">
                <a:tc>
                  <a:txBody>
                    <a:bodyPr/>
                    <a:lstStyle/>
                    <a:p>
                      <a:r>
                        <a:rPr lang="en-US" sz="1300" b="1" dirty="0">
                          <a:solidFill>
                            <a:schemeClr val="tx1"/>
                          </a:solidFill>
                          <a:latin typeface="Times New Roman" panose="02020603050405020304" pitchFamily="18" charset="0"/>
                          <a:cs typeface="Times New Roman" panose="02020603050405020304" pitchFamily="18" charset="0"/>
                        </a:rPr>
                        <a:t>Sl. </a:t>
                      </a:r>
                    </a:p>
                    <a:p>
                      <a:r>
                        <a:rPr lang="en-US" sz="1300" b="1" dirty="0">
                          <a:solidFill>
                            <a:schemeClr val="tx1"/>
                          </a:solidFill>
                          <a:latin typeface="Times New Roman" panose="02020603050405020304" pitchFamily="18" charset="0"/>
                          <a:cs typeface="Times New Roman" panose="02020603050405020304" pitchFamily="18" charset="0"/>
                        </a:rPr>
                        <a:t>No .</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Title</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Author</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Year</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Publication</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Methodology</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US" sz="1300" b="1" dirty="0">
                          <a:solidFill>
                            <a:schemeClr val="tx1"/>
                          </a:solidFill>
                          <a:latin typeface="Times New Roman" panose="02020603050405020304" pitchFamily="18" charset="0"/>
                          <a:cs typeface="Times New Roman" panose="02020603050405020304" pitchFamily="18" charset="0"/>
                        </a:rPr>
                        <a:t>Advantages</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US" sz="1300" b="1" dirty="0">
                          <a:solidFill>
                            <a:schemeClr val="tx1"/>
                          </a:solidFill>
                          <a:latin typeface="Times New Roman" panose="02020603050405020304" pitchFamily="18" charset="0"/>
                          <a:cs typeface="Times New Roman" panose="02020603050405020304" pitchFamily="18" charset="0"/>
                        </a:rPr>
                        <a:t>Limitations</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690521"/>
                  </a:ext>
                </a:extLst>
              </a:tr>
              <a:tr h="1816761">
                <a:tc>
                  <a:txBody>
                    <a:bodyPr/>
                    <a:lstStyle/>
                    <a:p>
                      <a:r>
                        <a:rPr lang="en-US" sz="1300" b="0" dirty="0">
                          <a:solidFill>
                            <a:schemeClr val="tx1"/>
                          </a:solidFill>
                          <a:latin typeface="Times New Roman" panose="02020603050405020304" pitchFamily="18" charset="0"/>
                          <a:cs typeface="Times New Roman" panose="02020603050405020304" pitchFamily="18" charset="0"/>
                        </a:rPr>
                        <a:t>3.</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Integrating Link Prediction and Comment Analysis for Enhanced Cyberbullying Detection in Online Social Interactions</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300" b="0" dirty="0" err="1">
                          <a:solidFill>
                            <a:schemeClr val="tx1"/>
                          </a:solidFill>
                          <a:latin typeface="Times New Roman" panose="02020603050405020304" pitchFamily="18" charset="0"/>
                          <a:cs typeface="Times New Roman" panose="02020603050405020304" pitchFamily="18" charset="0"/>
                        </a:rPr>
                        <a:t>Vishav</a:t>
                      </a:r>
                      <a:r>
                        <a:rPr lang="en-IN" sz="1300" b="0" dirty="0">
                          <a:solidFill>
                            <a:schemeClr val="tx1"/>
                          </a:solidFill>
                          <a:latin typeface="Times New Roman" panose="02020603050405020304" pitchFamily="18" charset="0"/>
                          <a:cs typeface="Times New Roman" panose="02020603050405020304" pitchFamily="18" charset="0"/>
                        </a:rPr>
                        <a:t> Bharat Pal , Pushparaj Shetty 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2024</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300" b="0" dirty="0">
                          <a:solidFill>
                            <a:schemeClr val="tx1"/>
                          </a:solidFill>
                          <a:latin typeface="Times New Roman" panose="02020603050405020304" pitchFamily="18" charset="0"/>
                          <a:cs typeface="Times New Roman" panose="02020603050405020304" pitchFamily="18" charset="0"/>
                        </a:rPr>
                        <a:t>2024 IEEE International Conference on Electronics, Computing and Communication Technologies (CONECCT)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A framework that integrates Link Prediction with a cyberbullying detection model It introduces a 'Connection Probability (CP)' to assess user relationships and uses Comment Analysis for posts.</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Provides a comprehensive solution that considers the relationship between users.</a:t>
                      </a:r>
                    </a:p>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Can be used to optimize friend recommendation systems.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Assumptions about user relationships are a simplification and could be refined.</a:t>
                      </a:r>
                    </a:p>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Future work suggests exploring more advanced models for higher accuracy.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012701"/>
                  </a:ext>
                </a:extLst>
              </a:tr>
              <a:tr h="1870165">
                <a:tc>
                  <a:txBody>
                    <a:bodyPr/>
                    <a:lstStyle/>
                    <a:p>
                      <a:r>
                        <a:rPr lang="en-US" sz="1300" b="0" dirty="0">
                          <a:solidFill>
                            <a:schemeClr val="tx1"/>
                          </a:solidFill>
                          <a:latin typeface="Times New Roman" panose="02020603050405020304" pitchFamily="18" charset="0"/>
                          <a:cs typeface="Times New Roman" panose="02020603050405020304" pitchFamily="18" charset="0"/>
                        </a:rPr>
                        <a:t>4.</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latin typeface="Times New Roman" panose="02020603050405020304" pitchFamily="18" charset="0"/>
                          <a:cs typeface="Times New Roman" panose="02020603050405020304" pitchFamily="18" charset="0"/>
                        </a:rPr>
                        <a:t>Detection of Cyberbullying in Online Comments Latest Advances and Challenges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300" b="0" dirty="0">
                          <a:latin typeface="Times New Roman" panose="02020603050405020304" pitchFamily="18" charset="0"/>
                          <a:cs typeface="Times New Roman" panose="02020603050405020304" pitchFamily="18" charset="0"/>
                        </a:rPr>
                        <a:t>Lina Feriel </a:t>
                      </a:r>
                      <a:r>
                        <a:rPr lang="en-IN" sz="1300" b="0" dirty="0" err="1">
                          <a:latin typeface="Times New Roman" panose="02020603050405020304" pitchFamily="18" charset="0"/>
                          <a:cs typeface="Times New Roman" panose="02020603050405020304" pitchFamily="18" charset="0"/>
                        </a:rPr>
                        <a:t>Benassou</a:t>
                      </a:r>
                      <a:r>
                        <a:rPr lang="en-IN" sz="1300" b="0" dirty="0">
                          <a:latin typeface="Times New Roman" panose="02020603050405020304" pitchFamily="18" charset="0"/>
                          <a:cs typeface="Times New Roman" panose="02020603050405020304" pitchFamily="18" charset="0"/>
                        </a:rPr>
                        <a:t>, Safa </a:t>
                      </a:r>
                      <a:r>
                        <a:rPr lang="en-IN" sz="1300" b="0" dirty="0" err="1">
                          <a:latin typeface="Times New Roman" panose="02020603050405020304" pitchFamily="18" charset="0"/>
                          <a:cs typeface="Times New Roman" panose="02020603050405020304" pitchFamily="18" charset="0"/>
                        </a:rPr>
                        <a:t>Bendaouia</a:t>
                      </a:r>
                      <a:r>
                        <a:rPr lang="en-IN" sz="1300" b="0" dirty="0">
                          <a:latin typeface="Times New Roman" panose="02020603050405020304" pitchFamily="18" charset="0"/>
                          <a:cs typeface="Times New Roman" panose="02020603050405020304" pitchFamily="18" charset="0"/>
                        </a:rPr>
                        <a:t>, Osman Salem, Ahmed </a:t>
                      </a:r>
                      <a:r>
                        <a:rPr lang="en-IN" sz="1300" b="0" dirty="0" err="1">
                          <a:latin typeface="Times New Roman" panose="02020603050405020304" pitchFamily="18" charset="0"/>
                          <a:cs typeface="Times New Roman" panose="02020603050405020304" pitchFamily="18" charset="0"/>
                        </a:rPr>
                        <a:t>Mehaoua</a:t>
                      </a:r>
                      <a:r>
                        <a:rPr lang="en-IN" sz="1300" b="0" dirty="0">
                          <a:latin typeface="Times New Roman" panose="02020603050405020304" pitchFamily="18" charset="0"/>
                          <a:cs typeface="Times New Roman" panose="02020603050405020304" pitchFamily="18" charset="0"/>
                        </a:rPr>
                        <a:t>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202</a:t>
                      </a:r>
                      <a:r>
                        <a:rPr lang="en-IN" sz="1300" b="0" dirty="0">
                          <a:solidFill>
                            <a:schemeClr val="tx1"/>
                          </a:solidFill>
                          <a:latin typeface="Times New Roman" panose="02020603050405020304" pitchFamily="18" charset="0"/>
                          <a:cs typeface="Times New Roman" panose="02020603050405020304" pitchFamily="18" charset="0"/>
                        </a:rPr>
                        <a:t>3</a:t>
                      </a:r>
                      <a:endParaRPr lang="en-US"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latin typeface="Times New Roman" panose="02020603050405020304" pitchFamily="18" charset="0"/>
                          <a:cs typeface="Times New Roman" panose="02020603050405020304" pitchFamily="18" charset="0"/>
                        </a:rPr>
                        <a:t>2023 IEEE International Conference on E-health Networking, Application &amp; Services (</a:t>
                      </a:r>
                      <a:r>
                        <a:rPr lang="en-US" sz="1300" b="0" dirty="0" err="1">
                          <a:latin typeface="Times New Roman" panose="02020603050405020304" pitchFamily="18" charset="0"/>
                          <a:cs typeface="Times New Roman" panose="02020603050405020304" pitchFamily="18" charset="0"/>
                        </a:rPr>
                        <a:t>Healthcom</a:t>
                      </a:r>
                      <a:r>
                        <a:rPr lang="en-US" sz="1300" b="0" dirty="0">
                          <a:latin typeface="Times New Roman" panose="02020603050405020304" pitchFamily="18" charset="0"/>
                          <a:cs typeface="Times New Roman" panose="02020603050405020304" pitchFamily="18" charset="0"/>
                        </a:rPr>
                        <a:t>)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latin typeface="Times New Roman" panose="02020603050405020304" pitchFamily="18" charset="0"/>
                          <a:cs typeface="Times New Roman" panose="02020603050405020304" pitchFamily="18" charset="0"/>
                        </a:rPr>
                        <a:t>Uses TF-IDF for word embedding. Employs a Stacked Model that combines three base models: Random Forest, Gradient Boosting , and Support Vector Machine. Logistic Regression is used as the final estimator to combine the predictions.</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Stacked Model achieved a high accuracy of 98%. </a:t>
                      </a:r>
                    </a:p>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It outperformed other individual models like Extra Trees, Ada Boost, and Decision Tree.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model cannot eliminate the risk of false positives and false negatives. </a:t>
                      </a:r>
                    </a:p>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Struggles with subtleties in language like sarcasm and metaphors. </a:t>
                      </a:r>
                    </a:p>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Needs to be adapted for multilingual datasets.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3708104"/>
                  </a:ext>
                </a:extLst>
              </a:tr>
              <a:tr h="2200792">
                <a:tc>
                  <a:txBody>
                    <a:bodyPr/>
                    <a:lstStyle/>
                    <a:p>
                      <a:r>
                        <a:rPr lang="en-US" sz="1300" b="0" dirty="0">
                          <a:solidFill>
                            <a:schemeClr val="tx1"/>
                          </a:solidFill>
                          <a:latin typeface="Times New Roman" panose="02020603050405020304" pitchFamily="18" charset="0"/>
                          <a:cs typeface="Times New Roman" panose="02020603050405020304" pitchFamily="18" charset="0"/>
                        </a:rPr>
                        <a:t>5.</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Analysis of Tweets for Cyberbullying Detection</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300" b="0" dirty="0">
                          <a:solidFill>
                            <a:schemeClr val="tx1"/>
                          </a:solidFill>
                          <a:latin typeface="Times New Roman" panose="02020603050405020304" pitchFamily="18" charset="0"/>
                          <a:cs typeface="Times New Roman" panose="02020603050405020304" pitchFamily="18" charset="0"/>
                        </a:rPr>
                        <a:t>Shipra Anil Mathur , Bhuvaneswar </a:t>
                      </a:r>
                      <a:r>
                        <a:rPr lang="en-IN" sz="1300" b="0" dirty="0" err="1">
                          <a:solidFill>
                            <a:schemeClr val="tx1"/>
                          </a:solidFill>
                          <a:latin typeface="Times New Roman" panose="02020603050405020304" pitchFamily="18" charset="0"/>
                          <a:cs typeface="Times New Roman" panose="02020603050405020304" pitchFamily="18" charset="0"/>
                        </a:rPr>
                        <a:t>Dharmasivam</a:t>
                      </a:r>
                      <a:r>
                        <a:rPr lang="en-IN" sz="1300" b="0" dirty="0">
                          <a:solidFill>
                            <a:schemeClr val="tx1"/>
                          </a:solidFill>
                          <a:latin typeface="Times New Roman" panose="02020603050405020304" pitchFamily="18" charset="0"/>
                          <a:cs typeface="Times New Roman" panose="02020603050405020304" pitchFamily="18" charset="0"/>
                        </a:rPr>
                        <a:t> , Shivam </a:t>
                      </a:r>
                      <a:r>
                        <a:rPr lang="en-IN" sz="1300" b="0" dirty="0" err="1">
                          <a:solidFill>
                            <a:schemeClr val="tx1"/>
                          </a:solidFill>
                          <a:latin typeface="Times New Roman" panose="02020603050405020304" pitchFamily="18" charset="0"/>
                          <a:cs typeface="Times New Roman" panose="02020603050405020304" pitchFamily="18" charset="0"/>
                        </a:rPr>
                        <a:t>Isarka</a:t>
                      </a:r>
                      <a:r>
                        <a:rPr lang="en-IN" sz="1300" b="0" dirty="0">
                          <a:solidFill>
                            <a:schemeClr val="tx1"/>
                          </a:solidFill>
                          <a:latin typeface="Times New Roman" panose="02020603050405020304" pitchFamily="18" charset="0"/>
                          <a:cs typeface="Times New Roman" panose="02020603050405020304" pitchFamily="18" charset="0"/>
                        </a:rPr>
                        <a:t> , </a:t>
                      </a:r>
                      <a:r>
                        <a:rPr lang="en-IN" sz="1300" b="0" dirty="0" err="1">
                          <a:solidFill>
                            <a:schemeClr val="tx1"/>
                          </a:solidFill>
                          <a:latin typeface="Times New Roman" panose="02020603050405020304" pitchFamily="18" charset="0"/>
                          <a:cs typeface="Times New Roman" panose="02020603050405020304" pitchFamily="18" charset="0"/>
                        </a:rPr>
                        <a:t>Jaidhar</a:t>
                      </a:r>
                      <a:r>
                        <a:rPr lang="en-IN" sz="1300" b="0" dirty="0">
                          <a:solidFill>
                            <a:schemeClr val="tx1"/>
                          </a:solidFill>
                          <a:latin typeface="Times New Roman" panose="02020603050405020304" pitchFamily="18" charset="0"/>
                          <a:cs typeface="Times New Roman" panose="02020603050405020304" pitchFamily="18" charset="0"/>
                        </a:rPr>
                        <a:t> C. 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2023</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2023 Third International Conference on Secure Cyber Computing and Communication (ICSCCC)</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A real-time system using Selenium to scrape tweets. It uses TF-IDF and compares ML models ,finding Tuned Random Forest to be the best. Also uses an image captioning model to filter spam by comparing captions.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The Tuned Random Forest model achieved the highest accuracy at 94.06%. </a:t>
                      </a:r>
                    </a:p>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The system operates in real-time on Twitter data.</a:t>
                      </a:r>
                    </a:p>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Includes a novel method to filter spam tweets using image caption analysis.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latin typeface="Times New Roman" panose="02020603050405020304" pitchFamily="18" charset="0"/>
                          <a:cs typeface="Times New Roman" panose="02020603050405020304" pitchFamily="18" charset="0"/>
                        </a:rPr>
                        <a:t>The conclusion implies it struggles with subtle forms of cyberbullying, such as sarcasm and irony.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6073915"/>
                  </a:ext>
                </a:extLst>
              </a:tr>
            </a:tbl>
          </a:graphicData>
        </a:graphic>
      </p:graphicFrame>
    </p:spTree>
    <p:extLst>
      <p:ext uri="{BB962C8B-B14F-4D97-AF65-F5344CB8AC3E}">
        <p14:creationId xmlns:p14="http://schemas.microsoft.com/office/powerpoint/2010/main" val="758496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70BF0-A223-F13F-B26E-D172025ACA79}"/>
              </a:ext>
            </a:extLst>
          </p:cNvPr>
          <p:cNvSpPr>
            <a:spLocks noGrp="1"/>
          </p:cNvSpPr>
          <p:nvPr>
            <p:ph type="title"/>
          </p:nvPr>
        </p:nvSpPr>
        <p:spPr/>
        <p:txBody>
          <a:bodyPr/>
          <a:lstStyle/>
          <a:p>
            <a:pPr marL="585470" indent="-457200" algn="ctr">
              <a:spcBef>
                <a:spcPts val="1485"/>
              </a:spcBef>
              <a:tabLst>
                <a:tab pos="530225" algn="l"/>
              </a:tabLst>
            </a:pPr>
            <a:r>
              <a:rPr lang="en-US" b="1" spc="-10"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D0B852AE-6FF7-D61D-2192-36391EB7946C}"/>
              </a:ext>
            </a:extLst>
          </p:cNvPr>
          <p:cNvSpPr>
            <a:spLocks noGrp="1"/>
          </p:cNvSpPr>
          <p:nvPr>
            <p:ph idx="1"/>
          </p:nvPr>
        </p:nvSpPr>
        <p:spPr/>
        <p:txBody>
          <a:bodyPr>
            <a:normAutofit/>
          </a:bodyPr>
          <a:lstStyle/>
          <a:p>
            <a:pPr marL="457200" indent="-457200" algn="just">
              <a:buFont typeface="+mj-lt"/>
              <a:buAutoNum type="arabicPeriod"/>
            </a:pPr>
            <a:r>
              <a:rPr lang="en-US" sz="2500" b="1" dirty="0">
                <a:latin typeface="Times New Roman" panose="02020603050405020304" pitchFamily="18" charset="0"/>
                <a:cs typeface="Times New Roman" panose="02020603050405020304" pitchFamily="18" charset="0"/>
              </a:rPr>
              <a:t>Multi-Level Toxicity Classification:</a:t>
            </a:r>
            <a:r>
              <a:rPr lang="en-US" sz="2500" dirty="0">
                <a:latin typeface="Times New Roman" panose="02020603050405020304" pitchFamily="18" charset="0"/>
                <a:cs typeface="Times New Roman" panose="02020603050405020304" pitchFamily="18" charset="0"/>
              </a:rPr>
              <a:t> Implement a classification framework capable of identifying three distinct levels of toxicity—low, medium, and intensive—to provide a detailed understanding of the severity and nature of abusive content.</a:t>
            </a:r>
          </a:p>
          <a:p>
            <a:pPr marL="457200" indent="-457200" algn="just">
              <a:buFont typeface="+mj-lt"/>
              <a:buAutoNum type="arabicPeriod"/>
            </a:pPr>
            <a:r>
              <a:rPr lang="en-US" sz="2500" b="1" dirty="0">
                <a:latin typeface="Times New Roman" panose="02020603050405020304" pitchFamily="18" charset="0"/>
                <a:cs typeface="Times New Roman" panose="02020603050405020304" pitchFamily="18" charset="0"/>
              </a:rPr>
              <a:t>Dynamic User Reputation Scoring: </a:t>
            </a:r>
            <a:r>
              <a:rPr lang="en-US" sz="2500" dirty="0">
                <a:latin typeface="Times New Roman" panose="02020603050405020304" pitchFamily="18" charset="0"/>
                <a:cs typeface="Times New Roman" panose="02020603050405020304" pitchFamily="18" charset="0"/>
              </a:rPr>
              <a:t>Implement an adaptive reputation score system that adjusts based on the detected level of toxicity, reflecting user behavior trends and accountability over time.</a:t>
            </a:r>
          </a:p>
          <a:p>
            <a:pPr marL="457200" indent="-457200" algn="just">
              <a:buFont typeface="+mj-lt"/>
              <a:buAutoNum type="arabicPeriod"/>
            </a:pPr>
            <a:r>
              <a:rPr lang="en-US" sz="2500" b="1" dirty="0">
                <a:latin typeface="Times New Roman" panose="02020603050405020304" pitchFamily="18" charset="0"/>
                <a:ea typeface="Tahoma" panose="020B0604030504040204" pitchFamily="34" charset="0"/>
                <a:cs typeface="Times New Roman" panose="02020603050405020304" pitchFamily="18" charset="0"/>
              </a:rPr>
              <a:t>Automated Preventive Mechanism: </a:t>
            </a:r>
            <a:r>
              <a:rPr lang="en-US" sz="2500" dirty="0">
                <a:latin typeface="Times New Roman" panose="02020603050405020304" pitchFamily="18" charset="0"/>
                <a:ea typeface="Tahoma" panose="020B0604030504040204" pitchFamily="34" charset="0"/>
                <a:cs typeface="Times New Roman" panose="02020603050405020304" pitchFamily="18" charset="0"/>
              </a:rPr>
              <a:t>Introduce an automated blocking or restriction system that takes action against users whose reputation score falls below a specific threshold, reducing recurring instances of cyberbullying.</a:t>
            </a:r>
            <a:endParaRPr lang="en-IN" sz="25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31442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68FE3-A0A9-7480-B26A-C3BC2FE151A4}"/>
              </a:ext>
            </a:extLst>
          </p:cNvPr>
          <p:cNvSpPr>
            <a:spLocks noGrp="1"/>
          </p:cNvSpPr>
          <p:nvPr>
            <p:ph type="title"/>
          </p:nvPr>
        </p:nvSpPr>
        <p:spPr/>
        <p:txBody>
          <a:bodyPr/>
          <a:lstStyle/>
          <a:p>
            <a:pPr algn="ctr"/>
            <a:r>
              <a:rPr lang="en-US" b="1" spc="-10" dirty="0">
                <a:latin typeface="Times New Roman" panose="02020603050405020304" pitchFamily="18" charset="0"/>
                <a:cs typeface="Times New Roman" panose="02020603050405020304" pitchFamily="18" charset="0"/>
              </a:rPr>
              <a:t> SYSTEM MODEL</a:t>
            </a:r>
            <a:endParaRPr lang="en-IN" b="1" dirty="0"/>
          </a:p>
        </p:txBody>
      </p:sp>
      <p:sp>
        <p:nvSpPr>
          <p:cNvPr id="3" name="Content Placeholder 2">
            <a:extLst>
              <a:ext uri="{FF2B5EF4-FFF2-40B4-BE49-F238E27FC236}">
                <a16:creationId xmlns:a16="http://schemas.microsoft.com/office/drawing/2014/main" id="{EC08C53E-719E-D388-825E-DE0022D110DF}"/>
              </a:ext>
            </a:extLst>
          </p:cNvPr>
          <p:cNvSpPr>
            <a:spLocks noGrp="1"/>
          </p:cNvSpPr>
          <p:nvPr>
            <p:ph idx="1"/>
          </p:nvPr>
        </p:nvSpPr>
        <p:spPr>
          <a:xfrm>
            <a:off x="756557" y="1436914"/>
            <a:ext cx="10678886" cy="5138057"/>
          </a:xfrm>
        </p:spPr>
        <p:txBody>
          <a:bodyPr>
            <a:noAutofit/>
          </a:bodyPr>
          <a:lstStyle/>
          <a:p>
            <a:pPr algn="just"/>
            <a:r>
              <a:rPr lang="en-US" sz="2500" b="1" dirty="0">
                <a:latin typeface="Times New Roman" panose="02020603050405020304" pitchFamily="18" charset="0"/>
                <a:cs typeface="Times New Roman" panose="02020603050405020304" pitchFamily="18" charset="0"/>
              </a:rPr>
              <a:t>Data Collection: </a:t>
            </a:r>
            <a:r>
              <a:rPr lang="en-US" sz="2500" dirty="0">
                <a:latin typeface="Times New Roman" panose="02020603050405020304" pitchFamily="18" charset="0"/>
                <a:cs typeface="Times New Roman" panose="02020603050405020304" pitchFamily="18" charset="0"/>
              </a:rPr>
              <a:t>The system extracts textual content from popular social media platforms to capture diverse forms of communication. </a:t>
            </a:r>
          </a:p>
          <a:p>
            <a:pPr algn="just"/>
            <a:r>
              <a:rPr lang="en-US" sz="2500" b="1" dirty="0">
                <a:latin typeface="Times New Roman" panose="02020603050405020304" pitchFamily="18" charset="0"/>
                <a:cs typeface="Times New Roman" panose="02020603050405020304" pitchFamily="18" charset="0"/>
              </a:rPr>
              <a:t>Input Categorization and Preprocessing: </a:t>
            </a:r>
            <a:r>
              <a:rPr lang="en-US" sz="2500" dirty="0">
                <a:latin typeface="Times New Roman" panose="02020603050405020304" pitchFamily="18" charset="0"/>
                <a:cs typeface="Times New Roman" panose="02020603050405020304" pitchFamily="18" charset="0"/>
              </a:rPr>
              <a:t>Text undergoes standard cleaning, tokenization, stop-word removal. </a:t>
            </a:r>
          </a:p>
          <a:p>
            <a:pPr algn="just"/>
            <a:r>
              <a:rPr lang="en-US" sz="2500" b="1" dirty="0">
                <a:latin typeface="Times New Roman" panose="02020603050405020304" pitchFamily="18" charset="0"/>
                <a:cs typeface="Times New Roman" panose="02020603050405020304" pitchFamily="18" charset="0"/>
              </a:rPr>
              <a:t>Feature Extraction and Selection: </a:t>
            </a:r>
            <a:r>
              <a:rPr lang="en-US" sz="2500" dirty="0">
                <a:latin typeface="Times New Roman" panose="02020603050405020304" pitchFamily="18" charset="0"/>
                <a:cs typeface="Times New Roman" panose="02020603050405020304" pitchFamily="18" charset="0"/>
              </a:rPr>
              <a:t>A feature selection process filters out the most relevant data for classification. </a:t>
            </a:r>
          </a:p>
          <a:p>
            <a:pPr algn="just"/>
            <a:r>
              <a:rPr lang="en-US" sz="2500" b="1" dirty="0">
                <a:latin typeface="Times New Roman" panose="02020603050405020304" pitchFamily="18" charset="0"/>
                <a:ea typeface="Tahoma" panose="020B0604030504040204" pitchFamily="34" charset="0"/>
                <a:cs typeface="Times New Roman" panose="02020603050405020304" pitchFamily="18" charset="0"/>
              </a:rPr>
              <a:t>Deep Learning-Based Classification: </a:t>
            </a:r>
            <a:r>
              <a:rPr lang="en-US" sz="2500" dirty="0">
                <a:latin typeface="Times New Roman" panose="02020603050405020304" pitchFamily="18" charset="0"/>
                <a:ea typeface="Tahoma" panose="020B0604030504040204" pitchFamily="34" charset="0"/>
                <a:cs typeface="Times New Roman" panose="02020603050405020304" pitchFamily="18" charset="0"/>
              </a:rPr>
              <a:t>A custom Bi-LSTM model analyzes text features and cyberbullying-related keywords to detect harmful or abusive content accurately.</a:t>
            </a:r>
          </a:p>
          <a:p>
            <a:pPr algn="just"/>
            <a:r>
              <a:rPr lang="en-US" sz="2500" b="1" dirty="0">
                <a:latin typeface="Times New Roman" panose="02020603050405020304" pitchFamily="18" charset="0"/>
                <a:cs typeface="Times New Roman" panose="02020603050405020304" pitchFamily="18" charset="0"/>
              </a:rPr>
              <a:t>Three-Level Toxicity Output: </a:t>
            </a:r>
            <a:r>
              <a:rPr lang="en-US" sz="2500" dirty="0">
                <a:latin typeface="Times New Roman" panose="02020603050405020304" pitchFamily="18" charset="0"/>
                <a:cs typeface="Times New Roman" panose="02020603050405020304" pitchFamily="18" charset="0"/>
              </a:rPr>
              <a:t>The system classifies each post into Low(reputation score: -0.5), Medium (reputation score: -1.0), or Intensive (reputation score: -2.0) toxicity levels, reflecting the severity of bullying behavior.</a:t>
            </a:r>
          </a:p>
          <a:p>
            <a:pPr algn="just"/>
            <a:endParaRPr lang="en-US" sz="25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487311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D48B32-EA5F-8277-8D2B-BE4EF4380C45}"/>
              </a:ext>
            </a:extLst>
          </p:cNvPr>
          <p:cNvSpPr>
            <a:spLocks noGrp="1"/>
          </p:cNvSpPr>
          <p:nvPr>
            <p:ph idx="1"/>
          </p:nvPr>
        </p:nvSpPr>
        <p:spPr>
          <a:xfrm>
            <a:off x="838200" y="1239520"/>
            <a:ext cx="10515600" cy="4378960"/>
          </a:xfrm>
        </p:spPr>
        <p:txBody>
          <a:bodyPr>
            <a:normAutofit fontScale="92500"/>
          </a:bodyPr>
          <a:lstStyle/>
          <a:p>
            <a:pPr marL="0" indent="0">
              <a:buNone/>
            </a:pPr>
            <a:r>
              <a:rPr lang="en-US" b="1" dirty="0">
                <a:latin typeface="Times New Roman" panose="02020603050405020304" pitchFamily="18" charset="0"/>
                <a:cs typeface="Times New Roman" panose="02020603050405020304" pitchFamily="18" charset="0"/>
              </a:rPr>
              <a:t>Bi-Directional LSTM Algorithm</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Input Sequence Processing: </a:t>
            </a:r>
            <a:r>
              <a:rPr lang="en-US" sz="2600" dirty="0">
                <a:latin typeface="Times New Roman" panose="02020603050405020304" pitchFamily="18" charset="0"/>
                <a:cs typeface="Times New Roman" panose="02020603050405020304" pitchFamily="18" charset="0"/>
              </a:rPr>
              <a:t>The text is converted into numerical form (tokens → padded sequences) so that the model can read it.</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Forward LSTM Pass: </a:t>
            </a:r>
            <a:r>
              <a:rPr lang="en-US" sz="2600" dirty="0">
                <a:latin typeface="Times New Roman" panose="02020603050405020304" pitchFamily="18" charset="0"/>
                <a:cs typeface="Times New Roman" panose="02020603050405020304" pitchFamily="18" charset="0"/>
              </a:rPr>
              <a:t>One LSTM reads the sequence from left to right and learns context from the past words.</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Backward LSTM Pass: </a:t>
            </a:r>
            <a:r>
              <a:rPr lang="en-US" sz="2600" dirty="0">
                <a:latin typeface="Times New Roman" panose="02020603050405020304" pitchFamily="18" charset="0"/>
                <a:cs typeface="Times New Roman" panose="02020603050405020304" pitchFamily="18" charset="0"/>
              </a:rPr>
              <a:t>Another LSTM reads the sequence from right to left and learns context from future words.</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Combine Both Directions: </a:t>
            </a:r>
            <a:r>
              <a:rPr lang="en-US" sz="2600" dirty="0">
                <a:latin typeface="Times New Roman" panose="02020603050405020304" pitchFamily="18" charset="0"/>
                <a:cs typeface="Times New Roman" panose="02020603050405020304" pitchFamily="18" charset="0"/>
              </a:rPr>
              <a:t>The outputs of the forward and backward LSTMs are </a:t>
            </a:r>
            <a:r>
              <a:rPr lang="en-US" sz="2600" b="1" dirty="0">
                <a:latin typeface="Times New Roman" panose="02020603050405020304" pitchFamily="18" charset="0"/>
                <a:cs typeface="Times New Roman" panose="02020603050405020304" pitchFamily="18" charset="0"/>
              </a:rPr>
              <a:t>merged (concatenated)</a:t>
            </a:r>
            <a:r>
              <a:rPr lang="en-US" sz="2600" dirty="0">
                <a:latin typeface="Times New Roman" panose="02020603050405020304" pitchFamily="18" charset="0"/>
                <a:cs typeface="Times New Roman" panose="02020603050405020304" pitchFamily="18" charset="0"/>
              </a:rPr>
              <a:t> to capture complete bidirectional context.</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Classification Layer: </a:t>
            </a:r>
            <a:r>
              <a:rPr lang="en-US" sz="2600" dirty="0">
                <a:latin typeface="Times New Roman" panose="02020603050405020304" pitchFamily="18" charset="0"/>
                <a:cs typeface="Times New Roman" panose="02020603050405020304" pitchFamily="18" charset="0"/>
              </a:rPr>
              <a:t>The combined features are passed through Dense layers for the final prediction (e.g., toxic vs. non-toxic, positive vs. negative).</a:t>
            </a:r>
          </a:p>
          <a:p>
            <a:pPr marL="457200" indent="-457200" algn="just">
              <a:buFont typeface="+mj-lt"/>
              <a:buAutoNum type="arabicPeriod"/>
            </a:pPr>
            <a:endParaRPr lang="en-US" sz="2400" dirty="0"/>
          </a:p>
          <a:p>
            <a:pPr marL="457200" indent="-457200" algn="just">
              <a:buFont typeface="+mj-lt"/>
              <a:buAutoNum type="arabicPeriod"/>
            </a:pPr>
            <a:endParaRPr lang="en-US" sz="2400" dirty="0"/>
          </a:p>
          <a:p>
            <a:pPr marL="457200" indent="-457200" algn="just">
              <a:buFont typeface="+mj-lt"/>
              <a:buAutoNum type="arabicPeriod"/>
            </a:pPr>
            <a:endParaRPr lang="en-US" sz="2400" dirty="0"/>
          </a:p>
          <a:p>
            <a:pPr marL="457200" indent="-457200" algn="just">
              <a:buFont typeface="+mj-lt"/>
              <a:buAutoNum type="arabicPeriod"/>
            </a:pPr>
            <a:endParaRPr lang="en-US" sz="2400"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E16D653B-A767-E70E-7F01-E357065723A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8381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70AC3-FD17-4585-4798-776FA641C809}"/>
              </a:ext>
            </a:extLst>
          </p:cNvPr>
          <p:cNvSpPr>
            <a:spLocks noGrp="1"/>
          </p:cNvSpPr>
          <p:nvPr>
            <p:ph type="title"/>
          </p:nvPr>
        </p:nvSpPr>
        <p:spPr>
          <a:xfrm>
            <a:off x="838200" y="365126"/>
            <a:ext cx="10515600" cy="723446"/>
          </a:xfrm>
        </p:spPr>
        <p:txBody>
          <a:bodyPr/>
          <a:lstStyle/>
          <a:p>
            <a:pPr algn="ctr"/>
            <a:r>
              <a:rPr lang="en-US" b="1" spc="-10" dirty="0">
                <a:latin typeface="Times New Roman" panose="02020603050405020304" pitchFamily="18" charset="0"/>
                <a:cs typeface="Times New Roman" panose="02020603050405020304" pitchFamily="18" charset="0"/>
              </a:rPr>
              <a:t>METHODOLOGY</a:t>
            </a:r>
            <a:endParaRPr lang="en-IN" b="1" dirty="0"/>
          </a:p>
        </p:txBody>
      </p:sp>
      <p:sp>
        <p:nvSpPr>
          <p:cNvPr id="6" name="TextBox 5">
            <a:extLst>
              <a:ext uri="{FF2B5EF4-FFF2-40B4-BE49-F238E27FC236}">
                <a16:creationId xmlns:a16="http://schemas.microsoft.com/office/drawing/2014/main" id="{917FDC85-307E-F841-D7F6-0349400078F5}"/>
              </a:ext>
            </a:extLst>
          </p:cNvPr>
          <p:cNvSpPr txBox="1"/>
          <p:nvPr/>
        </p:nvSpPr>
        <p:spPr>
          <a:xfrm>
            <a:off x="3454526" y="5166316"/>
            <a:ext cx="5192484" cy="353943"/>
          </a:xfrm>
          <a:prstGeom prst="rect">
            <a:avLst/>
          </a:prstGeom>
          <a:noFill/>
        </p:spPr>
        <p:txBody>
          <a:bodyPr wrap="square" rtlCol="0">
            <a:spAutoFit/>
          </a:bodyPr>
          <a:lstStyle/>
          <a:p>
            <a:r>
              <a:rPr lang="en-US" sz="1700" b="1" dirty="0">
                <a:latin typeface="Times New Roman" panose="02020603050405020304" pitchFamily="18" charset="0"/>
                <a:cs typeface="Times New Roman" panose="02020603050405020304" pitchFamily="18" charset="0"/>
              </a:rPr>
              <a:t>Fig1. Data Flow Diagram for Cyber-bullying detection</a:t>
            </a:r>
            <a:endParaRPr lang="en-IN" sz="17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EA400EC-B50A-198D-C869-0ABF4C6985BE}"/>
              </a:ext>
            </a:extLst>
          </p:cNvPr>
          <p:cNvSpPr txBox="1"/>
          <p:nvPr/>
        </p:nvSpPr>
        <p:spPr>
          <a:xfrm>
            <a:off x="595131" y="2505670"/>
            <a:ext cx="1175795" cy="923330"/>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Data from different sources</a:t>
            </a:r>
            <a:endParaRPr lang="en-IN" dirty="0">
              <a:latin typeface="Times New Roman" panose="0202060305040502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C665DD0B-9279-46C1-E69A-DE351EE3CC4F}"/>
              </a:ext>
            </a:extLst>
          </p:cNvPr>
          <p:cNvCxnSpPr>
            <a:stCxn id="7" idx="3"/>
          </p:cNvCxnSpPr>
          <p:nvPr/>
        </p:nvCxnSpPr>
        <p:spPr>
          <a:xfrm>
            <a:off x="1770926" y="2967335"/>
            <a:ext cx="5903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191DBF34-78C8-4201-A3F0-5D69DB2485CE}"/>
              </a:ext>
            </a:extLst>
          </p:cNvPr>
          <p:cNvSpPr txBox="1"/>
          <p:nvPr/>
        </p:nvSpPr>
        <p:spPr>
          <a:xfrm>
            <a:off x="2361236" y="2644169"/>
            <a:ext cx="1013336" cy="646331"/>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Data Cleaning</a:t>
            </a:r>
            <a:endParaRPr lang="en-IN" dirty="0">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F014F530-36C7-A947-23AC-92E59B7BCDC3}"/>
              </a:ext>
            </a:extLst>
          </p:cNvPr>
          <p:cNvCxnSpPr/>
          <p:nvPr/>
        </p:nvCxnSpPr>
        <p:spPr>
          <a:xfrm>
            <a:off x="3374572" y="2967333"/>
            <a:ext cx="5903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4FCFE04C-F893-6545-4316-ED1504F023DB}"/>
              </a:ext>
            </a:extLst>
          </p:cNvPr>
          <p:cNvSpPr txBox="1"/>
          <p:nvPr/>
        </p:nvSpPr>
        <p:spPr>
          <a:xfrm>
            <a:off x="3962470" y="2223525"/>
            <a:ext cx="1338252" cy="1477328"/>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Data Preprocessing include tokenization, padding</a:t>
            </a:r>
            <a:endParaRPr lang="en-IN" dirty="0">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E4002FDF-552E-94D4-9416-FDF2DA486359}"/>
              </a:ext>
            </a:extLst>
          </p:cNvPr>
          <p:cNvCxnSpPr/>
          <p:nvPr/>
        </p:nvCxnSpPr>
        <p:spPr>
          <a:xfrm>
            <a:off x="5303134" y="2967334"/>
            <a:ext cx="5903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3C1269C6-CE75-20E7-579F-E30304154F73}"/>
              </a:ext>
            </a:extLst>
          </p:cNvPr>
          <p:cNvSpPr txBox="1"/>
          <p:nvPr/>
        </p:nvSpPr>
        <p:spPr>
          <a:xfrm>
            <a:off x="5891031" y="2367169"/>
            <a:ext cx="1175795" cy="1200329"/>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Model training using </a:t>
            </a:r>
            <a:r>
              <a:rPr lang="en-US" dirty="0" err="1">
                <a:latin typeface="Times New Roman" panose="02020603050405020304" pitchFamily="18" charset="0"/>
                <a:cs typeface="Times New Roman" panose="02020603050405020304" pitchFamily="18" charset="0"/>
              </a:rPr>
              <a:t>BiLSTM</a:t>
            </a:r>
            <a:endParaRPr lang="en-IN" dirty="0">
              <a:latin typeface="Times New Roman" panose="02020603050405020304" pitchFamily="18" charset="0"/>
              <a:cs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id="{E13F5C5C-ACAB-F66E-2D2B-410050825F31}"/>
              </a:ext>
            </a:extLst>
          </p:cNvPr>
          <p:cNvCxnSpPr/>
          <p:nvPr/>
        </p:nvCxnSpPr>
        <p:spPr>
          <a:xfrm>
            <a:off x="7066826" y="2967333"/>
            <a:ext cx="5903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Flowchart: Decision 19">
            <a:extLst>
              <a:ext uri="{FF2B5EF4-FFF2-40B4-BE49-F238E27FC236}">
                <a16:creationId xmlns:a16="http://schemas.microsoft.com/office/drawing/2014/main" id="{6C15AC66-A1E1-BF31-7850-A04EC21A82BF}"/>
              </a:ext>
            </a:extLst>
          </p:cNvPr>
          <p:cNvSpPr/>
          <p:nvPr/>
        </p:nvSpPr>
        <p:spPr>
          <a:xfrm>
            <a:off x="7654723" y="2315470"/>
            <a:ext cx="1428992" cy="1303725"/>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Decision</a:t>
            </a:r>
            <a:endParaRPr lang="en-IN" dirty="0">
              <a:solidFill>
                <a:schemeClr val="tx1"/>
              </a:solidFill>
              <a:latin typeface="Times New Roman" panose="02020603050405020304" pitchFamily="18" charset="0"/>
              <a:cs typeface="Times New Roman" panose="02020603050405020304" pitchFamily="18" charset="0"/>
            </a:endParaRPr>
          </a:p>
        </p:txBody>
      </p:sp>
      <p:cxnSp>
        <p:nvCxnSpPr>
          <p:cNvPr id="22" name="Connector: Elbow 21">
            <a:extLst>
              <a:ext uri="{FF2B5EF4-FFF2-40B4-BE49-F238E27FC236}">
                <a16:creationId xmlns:a16="http://schemas.microsoft.com/office/drawing/2014/main" id="{14EAF2F1-D225-3F2E-8171-D8732315F0E3}"/>
              </a:ext>
            </a:extLst>
          </p:cNvPr>
          <p:cNvCxnSpPr>
            <a:cxnSpLocks/>
            <a:stCxn id="20" idx="0"/>
          </p:cNvCxnSpPr>
          <p:nvPr/>
        </p:nvCxnSpPr>
        <p:spPr>
          <a:xfrm rot="5400000" flipH="1" flipV="1">
            <a:off x="8634207" y="1714286"/>
            <a:ext cx="336197" cy="86617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6" name="Connector: Elbow 25">
            <a:extLst>
              <a:ext uri="{FF2B5EF4-FFF2-40B4-BE49-F238E27FC236}">
                <a16:creationId xmlns:a16="http://schemas.microsoft.com/office/drawing/2014/main" id="{53449381-04EB-95EF-2C3D-E4842816F883}"/>
              </a:ext>
            </a:extLst>
          </p:cNvPr>
          <p:cNvCxnSpPr>
            <a:stCxn id="20" idx="2"/>
          </p:cNvCxnSpPr>
          <p:nvPr/>
        </p:nvCxnSpPr>
        <p:spPr>
          <a:xfrm rot="16200000" flipH="1">
            <a:off x="8714257" y="3274156"/>
            <a:ext cx="420370" cy="111044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7" name="Rectangle 26">
            <a:extLst>
              <a:ext uri="{FF2B5EF4-FFF2-40B4-BE49-F238E27FC236}">
                <a16:creationId xmlns:a16="http://schemas.microsoft.com/office/drawing/2014/main" id="{171375ED-81F8-44F9-0A98-EE673E0983A1}"/>
              </a:ext>
            </a:extLst>
          </p:cNvPr>
          <p:cNvSpPr/>
          <p:nvPr/>
        </p:nvSpPr>
        <p:spPr>
          <a:xfrm>
            <a:off x="9235391" y="1716073"/>
            <a:ext cx="1270046" cy="5263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Bulling</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CBDED0E8-D229-63BC-B37F-77D1F4042942}"/>
              </a:ext>
            </a:extLst>
          </p:cNvPr>
          <p:cNvSpPr/>
          <p:nvPr/>
        </p:nvSpPr>
        <p:spPr>
          <a:xfrm>
            <a:off x="9479666" y="3776367"/>
            <a:ext cx="1493134" cy="5263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Non-Bulling</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2BA07923-7711-0165-8134-36C1BC18AFD3}"/>
              </a:ext>
            </a:extLst>
          </p:cNvPr>
          <p:cNvSpPr txBox="1"/>
          <p:nvPr/>
        </p:nvSpPr>
        <p:spPr>
          <a:xfrm>
            <a:off x="8520894" y="1658620"/>
            <a:ext cx="714497" cy="369332"/>
          </a:xfrm>
          <a:prstGeom prst="rect">
            <a:avLst/>
          </a:prstGeom>
          <a:noFill/>
        </p:spPr>
        <p:txBody>
          <a:bodyPr wrap="square" rtlCol="0">
            <a:spAutoFit/>
          </a:bodyPr>
          <a:lstStyle/>
          <a:p>
            <a:r>
              <a:rPr lang="en-US" dirty="0"/>
              <a:t>Yes</a:t>
            </a:r>
            <a:endParaRPr lang="en-IN" dirty="0"/>
          </a:p>
        </p:txBody>
      </p:sp>
      <p:sp>
        <p:nvSpPr>
          <p:cNvPr id="31" name="TextBox 30">
            <a:extLst>
              <a:ext uri="{FF2B5EF4-FFF2-40B4-BE49-F238E27FC236}">
                <a16:creationId xmlns:a16="http://schemas.microsoft.com/office/drawing/2014/main" id="{F04F4D44-C5E9-D4DD-829A-D1C14D1F0412}"/>
              </a:ext>
            </a:extLst>
          </p:cNvPr>
          <p:cNvSpPr txBox="1"/>
          <p:nvPr/>
        </p:nvSpPr>
        <p:spPr>
          <a:xfrm>
            <a:off x="8647010" y="4070184"/>
            <a:ext cx="714497" cy="369332"/>
          </a:xfrm>
          <a:prstGeom prst="rect">
            <a:avLst/>
          </a:prstGeom>
          <a:noFill/>
        </p:spPr>
        <p:txBody>
          <a:bodyPr wrap="square" rtlCol="0">
            <a:spAutoFit/>
          </a:bodyPr>
          <a:lstStyle/>
          <a:p>
            <a:r>
              <a:rPr lang="en-US" dirty="0"/>
              <a:t>No</a:t>
            </a:r>
            <a:endParaRPr lang="en-IN" dirty="0"/>
          </a:p>
        </p:txBody>
      </p:sp>
      <p:cxnSp>
        <p:nvCxnSpPr>
          <p:cNvPr id="4" name="Straight Arrow Connector 3">
            <a:extLst>
              <a:ext uri="{FF2B5EF4-FFF2-40B4-BE49-F238E27FC236}">
                <a16:creationId xmlns:a16="http://schemas.microsoft.com/office/drawing/2014/main" id="{4A75C86C-086B-FACB-F4E8-D3AD6A0F0ABA}"/>
              </a:ext>
            </a:extLst>
          </p:cNvPr>
          <p:cNvCxnSpPr>
            <a:cxnSpLocks/>
            <a:stCxn id="27" idx="3"/>
          </p:cNvCxnSpPr>
          <p:nvPr/>
        </p:nvCxnSpPr>
        <p:spPr>
          <a:xfrm flipV="1">
            <a:off x="10505437" y="1658620"/>
            <a:ext cx="304077" cy="3206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2D9C03A5-6613-7DA0-6C09-474E6EF64C4D}"/>
              </a:ext>
            </a:extLst>
          </p:cNvPr>
          <p:cNvCxnSpPr>
            <a:cxnSpLocks/>
            <a:stCxn id="27" idx="3"/>
          </p:cNvCxnSpPr>
          <p:nvPr/>
        </p:nvCxnSpPr>
        <p:spPr>
          <a:xfrm>
            <a:off x="10505437" y="1979272"/>
            <a:ext cx="4673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6B2F6732-775A-1463-545D-6C572994A235}"/>
              </a:ext>
            </a:extLst>
          </p:cNvPr>
          <p:cNvCxnSpPr>
            <a:cxnSpLocks/>
            <a:stCxn id="27" idx="3"/>
          </p:cNvCxnSpPr>
          <p:nvPr/>
        </p:nvCxnSpPr>
        <p:spPr>
          <a:xfrm>
            <a:off x="10505437" y="1979272"/>
            <a:ext cx="304077" cy="420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08CC9EEC-B99B-B6D7-8F88-F4A339B5A725}"/>
              </a:ext>
            </a:extLst>
          </p:cNvPr>
          <p:cNvSpPr txBox="1"/>
          <p:nvPr/>
        </p:nvSpPr>
        <p:spPr>
          <a:xfrm>
            <a:off x="10825842" y="1150789"/>
            <a:ext cx="1055915" cy="646331"/>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Low toxicity</a:t>
            </a:r>
            <a:endParaRPr lang="en-IN"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C6661D80-0D5E-C2FB-8E70-2C1EC84E6507}"/>
              </a:ext>
            </a:extLst>
          </p:cNvPr>
          <p:cNvSpPr txBox="1"/>
          <p:nvPr/>
        </p:nvSpPr>
        <p:spPr>
          <a:xfrm>
            <a:off x="10972800" y="1859337"/>
            <a:ext cx="1055915" cy="646331"/>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Medium toxicity</a:t>
            </a:r>
            <a:endParaRPr lang="en-IN"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B9A1AC85-CA16-6C0C-86DC-1906F457EC7C}"/>
              </a:ext>
            </a:extLst>
          </p:cNvPr>
          <p:cNvSpPr txBox="1"/>
          <p:nvPr/>
        </p:nvSpPr>
        <p:spPr>
          <a:xfrm>
            <a:off x="9830764" y="2382255"/>
            <a:ext cx="1055915" cy="646331"/>
          </a:xfrm>
          <a:prstGeom prst="rect">
            <a:avLst/>
          </a:prstGeom>
          <a:noFill/>
          <a:ln>
            <a:solidFill>
              <a:schemeClr val="tx1"/>
            </a:solidFill>
          </a:ln>
        </p:spPr>
        <p:txBody>
          <a:bodyPr wrap="square" rtlCol="0">
            <a:spAutoFit/>
          </a:bodyPr>
          <a:lstStyle/>
          <a:p>
            <a:r>
              <a:rPr lang="en-US">
                <a:latin typeface="Times New Roman" panose="02020603050405020304" pitchFamily="18" charset="0"/>
                <a:cs typeface="Times New Roman" panose="02020603050405020304" pitchFamily="18" charset="0"/>
              </a:rPr>
              <a:t>Intensive </a:t>
            </a:r>
            <a:r>
              <a:rPr lang="en-US" dirty="0">
                <a:latin typeface="Times New Roman" panose="02020603050405020304" pitchFamily="18" charset="0"/>
                <a:cs typeface="Times New Roman" panose="02020603050405020304" pitchFamily="18" charset="0"/>
              </a:rPr>
              <a:t>toxicity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5233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F1B71F-7270-BAEA-F6E2-7C34A20D58FA}"/>
              </a:ext>
            </a:extLst>
          </p:cNvPr>
          <p:cNvSpPr>
            <a:spLocks noGrp="1"/>
          </p:cNvSpPr>
          <p:nvPr>
            <p:ph idx="1"/>
          </p:nvPr>
        </p:nvSpPr>
        <p:spPr>
          <a:xfrm>
            <a:off x="432604" y="1494440"/>
            <a:ext cx="11326792" cy="3869119"/>
          </a:xfrm>
        </p:spPr>
        <p:txBody>
          <a:bodyPr>
            <a:normAutofit/>
          </a:bodyPr>
          <a:lstStyle/>
          <a:p>
            <a:pPr algn="just"/>
            <a:r>
              <a:rPr lang="en-US" sz="2500" b="1" dirty="0">
                <a:latin typeface="Times New Roman" panose="02020603050405020304" pitchFamily="18" charset="0"/>
                <a:cs typeface="Times New Roman" panose="02020603050405020304" pitchFamily="18" charset="0"/>
              </a:rPr>
              <a:t>Data Sources: </a:t>
            </a:r>
            <a:r>
              <a:rPr lang="en-US" sz="2500" dirty="0">
                <a:latin typeface="Times New Roman" panose="02020603050405020304" pitchFamily="18" charset="0"/>
                <a:cs typeface="Times New Roman" panose="02020603050405020304" pitchFamily="18" charset="0"/>
              </a:rPr>
              <a:t>Data from Kaggle(8datasets) </a:t>
            </a:r>
            <a:r>
              <a:rPr lang="en-IN" sz="2400" dirty="0">
                <a:latin typeface="Times New Roman" panose="02020603050405020304" pitchFamily="18" charset="0"/>
                <a:cs typeface="Times New Roman" panose="02020603050405020304" pitchFamily="18" charset="0"/>
              </a:rPr>
              <a:t>aggression_parsed.csv,  attack_parsed.csv, kaggle_parsed.csv , toxicity_parsed.csv, twitter_parsed.csv, twitter_racism_parsed.csv, twitter_sexism_parsed.csv, youtube_parsed.csv, genz_cyberbullying_parsed.csv.</a:t>
            </a:r>
          </a:p>
          <a:p>
            <a:pPr algn="just"/>
            <a:r>
              <a:rPr lang="en-IN" sz="2500" b="1" dirty="0">
                <a:latin typeface="Times New Roman" panose="02020603050405020304" pitchFamily="18" charset="0"/>
                <a:cs typeface="Times New Roman" panose="02020603050405020304" pitchFamily="18" charset="0"/>
              </a:rPr>
              <a:t>Data Cleaning: </a:t>
            </a:r>
            <a:r>
              <a:rPr lang="en-IN" sz="2500" dirty="0">
                <a:latin typeface="Times New Roman" panose="02020603050405020304" pitchFamily="18" charset="0"/>
                <a:cs typeface="Times New Roman" panose="02020603050405020304" pitchFamily="18" charset="0"/>
              </a:rPr>
              <a:t>Removing the unwanted characters from like !, @, #, etc. , removing stopping word and stemming.</a:t>
            </a:r>
          </a:p>
          <a:p>
            <a:pPr algn="just"/>
            <a:r>
              <a:rPr lang="en-US" sz="2400" b="1" dirty="0">
                <a:latin typeface="Times New Roman" panose="02020603050405020304" pitchFamily="18" charset="0"/>
                <a:cs typeface="Times New Roman" panose="02020603050405020304" pitchFamily="18" charset="0"/>
              </a:rPr>
              <a:t>Feature Engineering and feature selection: </a:t>
            </a:r>
            <a:r>
              <a:rPr lang="en-US" sz="2400" dirty="0">
                <a:latin typeface="Times New Roman" panose="02020603050405020304" pitchFamily="18" charset="0"/>
                <a:cs typeface="Times New Roman" panose="02020603050405020304" pitchFamily="18" charset="0"/>
              </a:rPr>
              <a:t>Feature engineering includes Label encoding and feature selection includes features like Text and label(0 or 1).</a:t>
            </a:r>
          </a:p>
          <a:p>
            <a:pPr algn="just"/>
            <a:r>
              <a:rPr lang="en-IN" sz="2400" b="1" dirty="0">
                <a:latin typeface="Times New Roman" panose="02020603050405020304" pitchFamily="18" charset="0"/>
                <a:cs typeface="Times New Roman" panose="02020603050405020304" pitchFamily="18" charset="0"/>
              </a:rPr>
              <a:t>Model training: </a:t>
            </a:r>
            <a:r>
              <a:rPr lang="en-IN" sz="2400" dirty="0">
                <a:latin typeface="Times New Roman" panose="02020603050405020304" pitchFamily="18" charset="0"/>
                <a:cs typeface="Times New Roman" panose="02020603050405020304" pitchFamily="18" charset="0"/>
              </a:rPr>
              <a:t>Training model on 8 dataset using Bi-directional LSTM(Long-Short Term Memory).</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7547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F0CED-DD4F-0E1C-0ABE-201056A5BE69}"/>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SOFTWARE</a:t>
            </a:r>
            <a:r>
              <a:rPr lang="en-US" b="1" spc="-75"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&amp;</a:t>
            </a:r>
            <a:r>
              <a:rPr lang="en-US" b="1" spc="-75"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HARDWARE</a:t>
            </a:r>
            <a:r>
              <a:rPr lang="en-US" b="1" spc="-75" dirty="0">
                <a:latin typeface="Times New Roman" panose="02020603050405020304" pitchFamily="18" charset="0"/>
                <a:cs typeface="Times New Roman" panose="02020603050405020304" pitchFamily="18" charset="0"/>
              </a:rPr>
              <a:t> </a:t>
            </a:r>
            <a:r>
              <a:rPr lang="en-US" b="1" spc="-10" dirty="0">
                <a:latin typeface="Times New Roman" panose="02020603050405020304" pitchFamily="18" charset="0"/>
                <a:cs typeface="Times New Roman" panose="02020603050405020304" pitchFamily="18" charset="0"/>
              </a:rPr>
              <a:t>REQUIREMENTS</a:t>
            </a:r>
            <a:endParaRPr lang="en-IN" b="1" dirty="0"/>
          </a:p>
        </p:txBody>
      </p:sp>
      <p:sp>
        <p:nvSpPr>
          <p:cNvPr id="3" name="Content Placeholder 2">
            <a:extLst>
              <a:ext uri="{FF2B5EF4-FFF2-40B4-BE49-F238E27FC236}">
                <a16:creationId xmlns:a16="http://schemas.microsoft.com/office/drawing/2014/main" id="{D443105F-1F91-0FC9-552A-0BD868E1EEF2}"/>
              </a:ext>
            </a:extLst>
          </p:cNvPr>
          <p:cNvSpPr>
            <a:spLocks noGrp="1"/>
          </p:cNvSpPr>
          <p:nvPr>
            <p:ph idx="1"/>
          </p:nvPr>
        </p:nvSpPr>
        <p:spPr/>
        <p:txBody>
          <a:bodyPr>
            <a:normAutofit fontScale="92500" lnSpcReduction="10000"/>
          </a:bodyPr>
          <a:lstStyle/>
          <a:p>
            <a:pPr marL="0" indent="0">
              <a:buNone/>
            </a:pPr>
            <a:r>
              <a:rPr lang="en-IN" sz="2500" b="1" dirty="0">
                <a:latin typeface="Times New Roman" panose="02020603050405020304" pitchFamily="18" charset="0"/>
                <a:cs typeface="Times New Roman" panose="02020603050405020304" pitchFamily="18" charset="0"/>
              </a:rPr>
              <a:t>Hardware requirements:</a:t>
            </a:r>
          </a:p>
          <a:p>
            <a:pPr algn="just"/>
            <a:r>
              <a:rPr lang="en-IN" sz="2400" dirty="0">
                <a:latin typeface="Times New Roman" panose="02020603050405020304" pitchFamily="18" charset="0"/>
                <a:cs typeface="Times New Roman" panose="02020603050405020304" pitchFamily="18" charset="0"/>
              </a:rPr>
              <a:t>Laptop with Operating System: Windows 11, macOS, or Linux</a:t>
            </a:r>
          </a:p>
          <a:p>
            <a:pPr algn="just"/>
            <a:r>
              <a:rPr lang="en-IN" sz="2400" dirty="0">
                <a:latin typeface="Times New Roman" panose="02020603050405020304" pitchFamily="18" charset="0"/>
                <a:cs typeface="Times New Roman" panose="02020603050405020304" pitchFamily="18" charset="0"/>
              </a:rPr>
              <a:t>Processor: Intel Core i5/i7 (or AMD equivalent) or higher. </a:t>
            </a:r>
          </a:p>
          <a:p>
            <a:pPr algn="just"/>
            <a:r>
              <a:rPr lang="en-IN" sz="2400" dirty="0">
                <a:latin typeface="Times New Roman" panose="02020603050405020304" pitchFamily="18" charset="0"/>
                <a:cs typeface="Times New Roman" panose="02020603050405020304" pitchFamily="18" charset="0"/>
              </a:rPr>
              <a:t>RAM: Minimum 8GB. </a:t>
            </a:r>
          </a:p>
          <a:p>
            <a:pPr algn="just"/>
            <a:r>
              <a:rPr lang="en-IN" sz="2400" dirty="0">
                <a:latin typeface="Times New Roman" panose="02020603050405020304" pitchFamily="18" charset="0"/>
                <a:cs typeface="Times New Roman" panose="02020603050405020304" pitchFamily="18" charset="0"/>
              </a:rPr>
              <a:t>Storage: SSD with at least 256GB.</a:t>
            </a:r>
          </a:p>
          <a:p>
            <a:pPr marL="0" indent="0" algn="just">
              <a:buNone/>
            </a:pPr>
            <a:r>
              <a:rPr lang="en-IN" sz="2500" b="1" dirty="0">
                <a:latin typeface="Times New Roman" panose="02020603050405020304" pitchFamily="18" charset="0"/>
                <a:cs typeface="Times New Roman" panose="02020603050405020304" pitchFamily="18" charset="0"/>
              </a:rPr>
              <a:t>Software requirements:</a:t>
            </a:r>
          </a:p>
          <a:p>
            <a:pPr algn="just"/>
            <a:r>
              <a:rPr lang="en-IN" sz="2500" b="1" dirty="0">
                <a:latin typeface="Times New Roman" panose="02020603050405020304" pitchFamily="18" charset="0"/>
                <a:cs typeface="Times New Roman" panose="02020603050405020304" pitchFamily="18" charset="0"/>
              </a:rPr>
              <a:t>Coding Language :</a:t>
            </a:r>
            <a:r>
              <a:rPr lang="en-IN" sz="2500" dirty="0">
                <a:latin typeface="Times New Roman" panose="02020603050405020304" pitchFamily="18" charset="0"/>
                <a:cs typeface="Times New Roman" panose="02020603050405020304" pitchFamily="18" charset="0"/>
              </a:rPr>
              <a:t> Python </a:t>
            </a:r>
          </a:p>
          <a:p>
            <a:pPr algn="just"/>
            <a:r>
              <a:rPr lang="en-IN" sz="2500" b="1" dirty="0">
                <a:latin typeface="Times New Roman" panose="02020603050405020304" pitchFamily="18" charset="0"/>
                <a:cs typeface="Times New Roman" panose="02020603050405020304" pitchFamily="18" charset="0"/>
              </a:rPr>
              <a:t>Development tools &amp; libraries: </a:t>
            </a:r>
          </a:p>
          <a:p>
            <a:pPr lvl="1" algn="just">
              <a:buFont typeface="Courier New" panose="02070309020205020404" pitchFamily="49" charset="0"/>
              <a:buChar char="o"/>
            </a:pPr>
            <a:r>
              <a:rPr lang="en-IN" sz="2500" b="1" dirty="0">
                <a:latin typeface="Times New Roman" panose="02020603050405020304" pitchFamily="18" charset="0"/>
                <a:cs typeface="Times New Roman" panose="02020603050405020304" pitchFamily="18" charset="0"/>
              </a:rPr>
              <a:t>Deep Learning Frameworks: </a:t>
            </a:r>
            <a:r>
              <a:rPr lang="en-IN" sz="2500" dirty="0">
                <a:latin typeface="Times New Roman" panose="02020603050405020304" pitchFamily="18" charset="0"/>
                <a:cs typeface="Times New Roman" panose="02020603050405020304" pitchFamily="18" charset="0"/>
              </a:rPr>
              <a:t>TensorFlow 2.x, </a:t>
            </a:r>
            <a:r>
              <a:rPr lang="en-IN" sz="2500" dirty="0" err="1">
                <a:latin typeface="Times New Roman" panose="02020603050405020304" pitchFamily="18" charset="0"/>
                <a:cs typeface="Times New Roman" panose="02020603050405020304" pitchFamily="18" charset="0"/>
              </a:rPr>
              <a:t>Keras</a:t>
            </a:r>
            <a:r>
              <a:rPr lang="en-IN" sz="2500" dirty="0">
                <a:latin typeface="Times New Roman" panose="02020603050405020304" pitchFamily="18" charset="0"/>
                <a:cs typeface="Times New Roman" panose="02020603050405020304" pitchFamily="18" charset="0"/>
              </a:rPr>
              <a:t>, Bidirectional LSTM </a:t>
            </a:r>
          </a:p>
          <a:p>
            <a:pPr lvl="1" algn="just">
              <a:buFont typeface="Courier New" panose="02070309020205020404" pitchFamily="49" charset="0"/>
              <a:buChar char="o"/>
            </a:pPr>
            <a:r>
              <a:rPr lang="en-IN" sz="2500" b="1" dirty="0">
                <a:latin typeface="Times New Roman" panose="02020603050405020304" pitchFamily="18" charset="0"/>
                <a:cs typeface="Times New Roman" panose="02020603050405020304" pitchFamily="18" charset="0"/>
              </a:rPr>
              <a:t>Machine Learning Libraries: </a:t>
            </a:r>
            <a:r>
              <a:rPr lang="en-IN" sz="2500" dirty="0">
                <a:latin typeface="Times New Roman" panose="02020603050405020304" pitchFamily="18" charset="0"/>
                <a:cs typeface="Times New Roman" panose="02020603050405020304" pitchFamily="18" charset="0"/>
              </a:rPr>
              <a:t>Scikit-learn </a:t>
            </a:r>
          </a:p>
          <a:p>
            <a:pPr lvl="1" algn="just">
              <a:buFont typeface="Courier New" panose="02070309020205020404" pitchFamily="49" charset="0"/>
              <a:buChar char="o"/>
            </a:pPr>
            <a:r>
              <a:rPr lang="en-IN" sz="2500" b="1" dirty="0">
                <a:latin typeface="Times New Roman" panose="02020603050405020304" pitchFamily="18" charset="0"/>
                <a:cs typeface="Times New Roman" panose="02020603050405020304" pitchFamily="18" charset="0"/>
              </a:rPr>
              <a:t>Data Processing &amp; Visualization: </a:t>
            </a:r>
            <a:r>
              <a:rPr lang="en-IN" sz="2500" dirty="0">
                <a:latin typeface="Times New Roman" panose="02020603050405020304" pitchFamily="18" charset="0"/>
                <a:cs typeface="Times New Roman" panose="02020603050405020304" pitchFamily="18" charset="0"/>
              </a:rPr>
              <a:t>Pandas, NumPy, Matplotlib, Seaborn</a:t>
            </a:r>
          </a:p>
        </p:txBody>
      </p:sp>
    </p:spTree>
    <p:extLst>
      <p:ext uri="{BB962C8B-B14F-4D97-AF65-F5344CB8AC3E}">
        <p14:creationId xmlns:p14="http://schemas.microsoft.com/office/powerpoint/2010/main" val="3406666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B6A08-2EC4-9188-B32B-D828320360B4}"/>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a:t>
            </a:r>
            <a:endParaRPr lang="en-IN" b="1" dirty="0"/>
          </a:p>
        </p:txBody>
      </p:sp>
      <p:sp>
        <p:nvSpPr>
          <p:cNvPr id="4" name="Rectangle 1">
            <a:extLst>
              <a:ext uri="{FF2B5EF4-FFF2-40B4-BE49-F238E27FC236}">
                <a16:creationId xmlns:a16="http://schemas.microsoft.com/office/drawing/2014/main" id="{650798B3-E77C-75A5-1C3F-8661D9E37829}"/>
              </a:ext>
            </a:extLst>
          </p:cNvPr>
          <p:cNvSpPr>
            <a:spLocks noGrp="1" noChangeArrowheads="1"/>
          </p:cNvSpPr>
          <p:nvPr>
            <p:ph idx="1"/>
          </p:nvPr>
        </p:nvSpPr>
        <p:spPr bwMode="auto">
          <a:xfrm>
            <a:off x="876300" y="1550754"/>
            <a:ext cx="10439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successfully enhances cyberbullying detection by introducing multi-level toxicity classification, enabling clearer differentiation between low, medium, and highly aggressive abusive content.</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dynamic user reputation scoring mechanism ensures continuous monitoring of user behavior, promoting accountability while adapting scores based on the severity of detected toxicity.</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system’s automated preventive mechanism proactively restricts or blocks users whose reputation score drops below a defined threshold, reducing repeated harmful actions.</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integrated framework ensures a more accurate, context-aware, and preventive cyberbullying detection system, contributing to a safer and more responsible online environment.</a:t>
            </a:r>
          </a:p>
        </p:txBody>
      </p:sp>
    </p:spTree>
    <p:extLst>
      <p:ext uri="{BB962C8B-B14F-4D97-AF65-F5344CB8AC3E}">
        <p14:creationId xmlns:p14="http://schemas.microsoft.com/office/powerpoint/2010/main" val="3203659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A2583-37FA-0394-444F-9FE26CFE432B}"/>
              </a:ext>
            </a:extLst>
          </p:cNvPr>
          <p:cNvSpPr>
            <a:spLocks noGrp="1"/>
          </p:cNvSpPr>
          <p:nvPr>
            <p:ph type="title"/>
          </p:nvPr>
        </p:nvSpPr>
        <p:spPr>
          <a:xfrm>
            <a:off x="838199" y="1"/>
            <a:ext cx="10515600" cy="1183370"/>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680BFB-7AED-0BFB-B37C-30EBD6B85A74}"/>
              </a:ext>
            </a:extLst>
          </p:cNvPr>
          <p:cNvSpPr>
            <a:spLocks noGrp="1"/>
          </p:cNvSpPr>
          <p:nvPr>
            <p:ph idx="1"/>
          </p:nvPr>
        </p:nvSpPr>
        <p:spPr>
          <a:xfrm>
            <a:off x="409680" y="1173211"/>
            <a:ext cx="11372640" cy="4947921"/>
          </a:xfrm>
        </p:spPr>
        <p:txBody>
          <a:bodyPr>
            <a:noAutofit/>
          </a:bodyPr>
          <a:lstStyle/>
          <a:p>
            <a:pPr marL="0" indent="0" algn="just">
              <a:lnSpc>
                <a:spcPct val="170000"/>
              </a:lnSpc>
              <a:buNone/>
            </a:pPr>
            <a:r>
              <a:rPr lang="en-IN" sz="1500" dirty="0">
                <a:latin typeface="Times New Roman" panose="02020603050405020304" pitchFamily="18" charset="0"/>
                <a:cs typeface="Times New Roman" panose="02020603050405020304" pitchFamily="18" charset="0"/>
              </a:rPr>
              <a:t>[1].  J. Sathya and F. M. H. Fernandez, "Effective Automatic Cyberbullying Detection Using a Hybrid Approach SVM And NLP," in 2024 International Conference on Advances in Data Engineering and Intelligent Computing Systems (ADICS), 2024. </a:t>
            </a:r>
          </a:p>
          <a:p>
            <a:pPr marL="0" indent="0" algn="just">
              <a:lnSpc>
                <a:spcPct val="170000"/>
              </a:lnSpc>
              <a:buNone/>
            </a:pPr>
            <a:r>
              <a:rPr lang="en-IN" sz="1500" dirty="0">
                <a:latin typeface="Times New Roman" panose="02020603050405020304" pitchFamily="18" charset="0"/>
                <a:cs typeface="Times New Roman" panose="02020603050405020304" pitchFamily="18" charset="0"/>
              </a:rPr>
              <a:t>[2].  M. Priyadharshini, B. Nithya, </a:t>
            </a:r>
            <a:r>
              <a:rPr lang="en-IN" sz="1500" dirty="0" err="1">
                <a:latin typeface="Times New Roman" panose="02020603050405020304" pitchFamily="18" charset="0"/>
                <a:cs typeface="Times New Roman" panose="02020603050405020304" pitchFamily="18" charset="0"/>
              </a:rPr>
              <a:t>Hemagowri</a:t>
            </a:r>
            <a:r>
              <a:rPr lang="en-IN" sz="1500" dirty="0">
                <a:latin typeface="Times New Roman" panose="02020603050405020304" pitchFamily="18" charset="0"/>
                <a:cs typeface="Times New Roman" panose="02020603050405020304" pitchFamily="18" charset="0"/>
              </a:rPr>
              <a:t> J, Srinidhi K, A. F. Banu, and V. Murugesh,  "Advanced Cyberbullying Detection: A Hybrid Model Integrated with Naïve Bayes," in 2024  Third International Conference on Electrical, Electronics, Information and Communication Technologies (ICEEICT), 2024 .</a:t>
            </a:r>
          </a:p>
          <a:p>
            <a:pPr marL="0" indent="0" algn="just">
              <a:lnSpc>
                <a:spcPct val="170000"/>
              </a:lnSpc>
              <a:buNone/>
            </a:pPr>
            <a:r>
              <a:rPr lang="en-IN" sz="1500" dirty="0">
                <a:latin typeface="Times New Roman" panose="02020603050405020304" pitchFamily="18" charset="0"/>
                <a:cs typeface="Times New Roman" panose="02020603050405020304" pitchFamily="18" charset="0"/>
              </a:rPr>
              <a:t>[3]. V. B. Pal and P. S. D., "Integrating Link Prediction and Comment Analysis for Enhanced  Cyberbullying Detection in Online Social Interactions," in 2024 IEEE International Conference  on Electronics, Computing and Communication Technologies (CONECCT), 2024.</a:t>
            </a:r>
          </a:p>
          <a:p>
            <a:pPr marL="0" indent="0" algn="just">
              <a:lnSpc>
                <a:spcPct val="170000"/>
              </a:lnSpc>
              <a:buNone/>
            </a:pPr>
            <a:r>
              <a:rPr lang="en-IN" sz="1500" dirty="0">
                <a:latin typeface="Times New Roman" panose="02020603050405020304" pitchFamily="18" charset="0"/>
                <a:cs typeface="Times New Roman" panose="02020603050405020304" pitchFamily="18" charset="0"/>
              </a:rPr>
              <a:t>[4] L. F. </a:t>
            </a:r>
            <a:r>
              <a:rPr lang="en-IN" sz="1500" dirty="0" err="1">
                <a:latin typeface="Times New Roman" panose="02020603050405020304" pitchFamily="18" charset="0"/>
                <a:cs typeface="Times New Roman" panose="02020603050405020304" pitchFamily="18" charset="0"/>
              </a:rPr>
              <a:t>Benassou</a:t>
            </a:r>
            <a:r>
              <a:rPr lang="en-IN" sz="1500" dirty="0">
                <a:latin typeface="Times New Roman" panose="02020603050405020304" pitchFamily="18" charset="0"/>
                <a:cs typeface="Times New Roman" panose="02020603050405020304" pitchFamily="18" charset="0"/>
              </a:rPr>
              <a:t>, S. </a:t>
            </a:r>
            <a:r>
              <a:rPr lang="en-IN" sz="1500" dirty="0" err="1">
                <a:latin typeface="Times New Roman" panose="02020603050405020304" pitchFamily="18" charset="0"/>
                <a:cs typeface="Times New Roman" panose="02020603050405020304" pitchFamily="18" charset="0"/>
              </a:rPr>
              <a:t>Bendaouia</a:t>
            </a:r>
            <a:r>
              <a:rPr lang="en-IN" sz="1500" dirty="0">
                <a:latin typeface="Times New Roman" panose="02020603050405020304" pitchFamily="18" charset="0"/>
                <a:cs typeface="Times New Roman" panose="02020603050405020304" pitchFamily="18" charset="0"/>
              </a:rPr>
              <a:t>, O. Salem, and A. </a:t>
            </a:r>
            <a:r>
              <a:rPr lang="en-IN" sz="1500" dirty="0" err="1">
                <a:latin typeface="Times New Roman" panose="02020603050405020304" pitchFamily="18" charset="0"/>
                <a:cs typeface="Times New Roman" panose="02020603050405020304" pitchFamily="18" charset="0"/>
              </a:rPr>
              <a:t>Mehaoua</a:t>
            </a:r>
            <a:r>
              <a:rPr lang="en-IN" sz="1500" dirty="0">
                <a:latin typeface="Times New Roman" panose="02020603050405020304" pitchFamily="18" charset="0"/>
                <a:cs typeface="Times New Roman" panose="02020603050405020304" pitchFamily="18" charset="0"/>
              </a:rPr>
              <a:t>, "Detection of Cyberbullying in  Online Comments Latest Advances and Challenges," in 2023 IEEE International Conference  on E-health Networking, Application &amp; Services (</a:t>
            </a:r>
            <a:r>
              <a:rPr lang="en-IN" sz="1500" dirty="0" err="1">
                <a:latin typeface="Times New Roman" panose="02020603050405020304" pitchFamily="18" charset="0"/>
                <a:cs typeface="Times New Roman" panose="02020603050405020304" pitchFamily="18" charset="0"/>
              </a:rPr>
              <a:t>Healthcom</a:t>
            </a:r>
            <a:r>
              <a:rPr lang="en-IN" sz="1500" dirty="0">
                <a:latin typeface="Times New Roman" panose="02020603050405020304" pitchFamily="18" charset="0"/>
                <a:cs typeface="Times New Roman" panose="02020603050405020304" pitchFamily="18" charset="0"/>
              </a:rPr>
              <a:t>), 2023.</a:t>
            </a:r>
          </a:p>
          <a:p>
            <a:pPr marL="0" indent="0" algn="just">
              <a:lnSpc>
                <a:spcPct val="170000"/>
              </a:lnSpc>
              <a:buNone/>
            </a:pPr>
            <a:r>
              <a:rPr lang="en-IN" sz="1500" dirty="0">
                <a:latin typeface="Times New Roman" panose="02020603050405020304" pitchFamily="18" charset="0"/>
                <a:cs typeface="Times New Roman" panose="02020603050405020304" pitchFamily="18" charset="0"/>
              </a:rPr>
              <a:t>[5]. S. A. Mathur, B. </a:t>
            </a:r>
            <a:r>
              <a:rPr lang="en-IN" sz="1500" dirty="0" err="1">
                <a:latin typeface="Times New Roman" panose="02020603050405020304" pitchFamily="18" charset="0"/>
                <a:cs typeface="Times New Roman" panose="02020603050405020304" pitchFamily="18" charset="0"/>
              </a:rPr>
              <a:t>Dharmasivam</a:t>
            </a:r>
            <a:r>
              <a:rPr lang="en-IN" sz="1500" dirty="0">
                <a:latin typeface="Times New Roman" panose="02020603050405020304" pitchFamily="18" charset="0"/>
                <a:cs typeface="Times New Roman" panose="02020603050405020304" pitchFamily="18" charset="0"/>
              </a:rPr>
              <a:t>, S. </a:t>
            </a:r>
            <a:r>
              <a:rPr lang="en-IN" sz="1500" dirty="0" err="1">
                <a:latin typeface="Times New Roman" panose="02020603050405020304" pitchFamily="18" charset="0"/>
                <a:cs typeface="Times New Roman" panose="02020603050405020304" pitchFamily="18" charset="0"/>
              </a:rPr>
              <a:t>Isarka</a:t>
            </a:r>
            <a:r>
              <a:rPr lang="en-IN" sz="1500" dirty="0">
                <a:latin typeface="Times New Roman" panose="02020603050405020304" pitchFamily="18" charset="0"/>
                <a:cs typeface="Times New Roman" panose="02020603050405020304" pitchFamily="18" charset="0"/>
              </a:rPr>
              <a:t>, and J. C. D., "Analysis of Tweets for  Cyberbullying Detection," in 2023 Third International Conference on Secure Cyber Computing  and Communication (ICSCCC), 2023.</a:t>
            </a:r>
          </a:p>
        </p:txBody>
      </p:sp>
    </p:spTree>
    <p:extLst>
      <p:ext uri="{BB962C8B-B14F-4D97-AF65-F5344CB8AC3E}">
        <p14:creationId xmlns:p14="http://schemas.microsoft.com/office/powerpoint/2010/main" val="1184559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D7F10-BD20-3B9C-F2DB-D3D75A2F6CCF}"/>
              </a:ext>
            </a:extLst>
          </p:cNvPr>
          <p:cNvSpPr>
            <a:spLocks noGrp="1"/>
          </p:cNvSpPr>
          <p:nvPr>
            <p:ph idx="1"/>
          </p:nvPr>
        </p:nvSpPr>
        <p:spPr>
          <a:xfrm>
            <a:off x="2237014" y="2561998"/>
            <a:ext cx="7717971" cy="1734004"/>
          </a:xfrm>
          <a:blipFill>
            <a:blip r:embed="rId2"/>
            <a:tile tx="0" ty="0" sx="100000" sy="100000" flip="none" algn="tl"/>
          </a:blipFill>
        </p:spPr>
        <p:txBody>
          <a:bodyPr>
            <a:normAutofit lnSpcReduction="10000"/>
          </a:bodyPr>
          <a:lstStyle/>
          <a:p>
            <a:pPr marL="0" indent="0">
              <a:buNone/>
            </a:pPr>
            <a:r>
              <a:rPr lang="en-US" sz="12000" i="1" dirty="0">
                <a:latin typeface="Times New Roman" panose="02020603050405020304" pitchFamily="18" charset="0"/>
                <a:cs typeface="Times New Roman" panose="02020603050405020304" pitchFamily="18" charset="0"/>
              </a:rPr>
              <a:t>Thank You</a:t>
            </a:r>
            <a:endParaRPr lang="en-IN" sz="120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94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1670</TotalTime>
  <Words>1846</Words>
  <Application>Microsoft Office PowerPoint</Application>
  <PresentationFormat>Widescreen</PresentationFormat>
  <Paragraphs>158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Courier New</vt:lpstr>
      <vt:lpstr>Times New Roman</vt:lpstr>
      <vt:lpstr>Office Theme</vt:lpstr>
      <vt:lpstr>PowerPoint Presentation</vt:lpstr>
      <vt:lpstr>CONTENTS</vt:lpstr>
      <vt:lpstr>ABSTRACT</vt:lpstr>
      <vt:lpstr>INTRODUCTION</vt:lpstr>
      <vt:lpstr>LITERATURE SURVEY</vt:lpstr>
      <vt:lpstr>PowerPoint Presentation</vt:lpstr>
      <vt:lpstr>OBJECTIVES</vt:lpstr>
      <vt:lpstr> SYSTEM MODEL</vt:lpstr>
      <vt:lpstr>PowerPoint Presentation</vt:lpstr>
      <vt:lpstr>METHODOLOGY</vt:lpstr>
      <vt:lpstr>PowerPoint Presentation</vt:lpstr>
      <vt:lpstr>SOFTWARE &amp; HARDWARE REQUIREMENTS</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Vinay Sawalgi</dc:creator>
  <cp:lastModifiedBy>Vinay Sawalgi</cp:lastModifiedBy>
  <cp:revision>2</cp:revision>
  <dcterms:created xsi:type="dcterms:W3CDTF">2025-11-13T06:32:50Z</dcterms:created>
  <dcterms:modified xsi:type="dcterms:W3CDTF">2025-11-25T18:10:27Z</dcterms:modified>
</cp:coreProperties>
</file>